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77"/>
  </p:normalViewPr>
  <p:slideViewPr>
    <p:cSldViewPr snapToGrid="0" snapToObjects="1">
      <p:cViewPr varScale="1">
        <p:scale>
          <a:sx n="146" d="100"/>
          <a:sy n="146" d="100"/>
        </p:scale>
        <p:origin x="184" y="18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2920" y="3884023"/>
            <a:ext cx="7772400" cy="1463040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 algn="ctr">
              <a:buNone/>
              <a:defRPr sz="1800">
                <a:solidFill>
                  <a:srgbClr val="44444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Click to edit Master subtitle style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C72B98BA-869D-3750-C4A0-0819554AC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376170"/>
            <a:ext cx="11290663" cy="1143000"/>
          </a:xfrm>
        </p:spPr>
        <p:txBody>
          <a:bodyPr/>
          <a:lstStyle>
            <a:lvl1pPr>
              <a:defRPr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075B6510-E118-0470-C854-7A1786F3A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3AD7D4C5-CFA3-A26C-9B40-00CB703ED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2001425E-CEBA-0160-3EC6-DCDB08720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11DAA64B-18C1-17A1-691C-30AB57B5A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6422" y="1114425"/>
            <a:ext cx="11730445" cy="499899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1" y="2333898"/>
            <a:ext cx="8229600" cy="1463040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1800">
                <a:solidFill>
                  <a:srgbClr val="44444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/>
              <a:t>Click to edit Master text styles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4E21F2C5-D692-C035-AB8E-E7F5E2278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1" y="1411812"/>
            <a:ext cx="11175274" cy="645196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7D32573A-B4BF-D855-B118-082963284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516884CF-46E6-857C-323C-6CEAC631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70805F50-61D4-6BF5-5910-DB5ACA39D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8A4D2959-DC66-A124-52B8-8E8467A7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日付プレースホルダー 8">
            <a:extLst>
              <a:ext uri="{FF2B5EF4-FFF2-40B4-BE49-F238E27FC236}">
                <a16:creationId xmlns:a16="http://schemas.microsoft.com/office/drawing/2014/main" id="{AC78EFE3-FFBC-52AC-793F-A5AC5CEF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10" name="フッター プレースホルダー 9">
            <a:extLst>
              <a:ext uri="{FF2B5EF4-FFF2-40B4-BE49-F238E27FC236}">
                <a16:creationId xmlns:a16="http://schemas.microsoft.com/office/drawing/2014/main" id="{2885C4CB-8898-EE25-076E-20BC39DFA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79D36539-24EF-59E1-CB5B-33D4B26D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コンテンツ プレースホルダー 12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6423" y="1114652"/>
            <a:ext cx="5738812" cy="501618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コンテンツ プレースホルダー 14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8056" y="1114652"/>
            <a:ext cx="5738812" cy="501618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422" y="1049186"/>
            <a:ext cx="5712824" cy="502920"/>
          </a:xfrm>
          <a:noFill/>
          <a:ln>
            <a:noFill/>
          </a:ln>
        </p:spPr>
        <p:txBody>
          <a:bodyPr wrap="square" lIns="73152" tIns="36576" rIns="73152" bIns="0" anchor="ctr"/>
          <a:lstStyle>
            <a:lvl1pPr marL="0" indent="0" algn="ctr">
              <a:buNone/>
              <a:defRPr sz="1400" b="1">
                <a:solidFill>
                  <a:srgbClr val="11111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22818" y="1049186"/>
            <a:ext cx="5712824" cy="502920"/>
          </a:xfrm>
          <a:noFill/>
          <a:ln>
            <a:noFill/>
          </a:ln>
        </p:spPr>
        <p:txBody>
          <a:bodyPr wrap="square" lIns="73152" tIns="36576" rIns="73152" bIns="0" anchor="ctr"/>
          <a:lstStyle>
            <a:lvl1pPr marL="0" indent="0" algn="ctr">
              <a:buNone/>
              <a:defRPr sz="1400" b="1">
                <a:solidFill>
                  <a:srgbClr val="11111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endParaRPr lang="en-US" dirty="0"/>
          </a:p>
        </p:txBody>
      </p:sp>
      <p:sp>
        <p:nvSpPr>
          <p:cNvPr id="10" name="タイトル 9">
            <a:extLst>
              <a:ext uri="{FF2B5EF4-FFF2-40B4-BE49-F238E27FC236}">
                <a16:creationId xmlns:a16="http://schemas.microsoft.com/office/drawing/2014/main" id="{742611C5-3334-7E2B-59D2-B8B829483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日付プレースホルダー 10">
            <a:extLst>
              <a:ext uri="{FF2B5EF4-FFF2-40B4-BE49-F238E27FC236}">
                <a16:creationId xmlns:a16="http://schemas.microsoft.com/office/drawing/2014/main" id="{873B0EB2-52CE-9FBE-5229-B24CF5D71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12" name="フッター プレースホルダー 11">
            <a:extLst>
              <a:ext uri="{FF2B5EF4-FFF2-40B4-BE49-F238E27FC236}">
                <a16:creationId xmlns:a16="http://schemas.microsoft.com/office/drawing/2014/main" id="{2A7F14D4-BBB3-0D79-5D1A-8E0282780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F8DE6177-18F6-D7A0-7D6F-64E793AF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コンテンツ プレースホルダー 14">
            <a:extLst>
              <a:ext uri="{FF2B5EF4-FFF2-40B4-BE49-F238E27FC236}">
                <a16:creationId xmlns:a16="http://schemas.microsoft.com/office/drawing/2014/main" id="{05A5F16C-5213-8739-D5CC-71F95A8DD83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5421" y="1736725"/>
            <a:ext cx="5734051" cy="442894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7" name="コンテンツ プレースホルダー 16">
            <a:extLst>
              <a:ext uri="{FF2B5EF4-FFF2-40B4-BE49-F238E27FC236}">
                <a16:creationId xmlns:a16="http://schemas.microsoft.com/office/drawing/2014/main" id="{7736F04F-6D87-D6E7-D993-8E4670208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2817" y="1740444"/>
            <a:ext cx="5712825" cy="442894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5702" y="1419498"/>
            <a:ext cx="3383189" cy="470666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4F013160-CF05-FC39-74BC-3B8CEFD40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702" y="231291"/>
            <a:ext cx="3383189" cy="973621"/>
          </a:xfrm>
        </p:spPr>
        <p:txBody>
          <a:bodyPr/>
          <a:lstStyle>
            <a:lvl1pPr>
              <a:defRPr sz="1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0" name="コンテンツ プレースホルダー 9">
            <a:extLst>
              <a:ext uri="{FF2B5EF4-FFF2-40B4-BE49-F238E27FC236}">
                <a16:creationId xmlns:a16="http://schemas.microsoft.com/office/drawing/2014/main" id="{EABDED12-0D42-4603-CB2B-383FF79C3B9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58214" y="231290"/>
            <a:ext cx="8068084" cy="589487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7712" y="1097280"/>
            <a:ext cx="7855134" cy="5024846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19952" y="1097280"/>
            <a:ext cx="3636916" cy="5024846"/>
          </a:xfrm>
          <a:noFill/>
          <a:ln>
            <a:noFill/>
          </a:ln>
        </p:spPr>
        <p:txBody>
          <a:bodyPr wrap="square" lIns="0" tIns="36576" rIns="0" bIns="0" anchor="t"/>
          <a:lstStyle>
            <a:lvl1pPr marL="0" indent="0">
              <a:buNone/>
              <a:defRPr sz="1400">
                <a:solidFill>
                  <a:srgbClr val="444444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3E4DDDEC-1DB2-EF3B-AA3A-651334DC9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77F5274A-DA0B-755A-88F2-D3159180E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423" y="218737"/>
            <a:ext cx="11730445" cy="64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423" y="1095103"/>
            <a:ext cx="11730444" cy="5035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1108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473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97292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IZ UDPGothic">
      <a:majorFont>
        <a:latin typeface="BIZ UDPGothic"/>
        <a:ea typeface="BIZ UDPGothic"/>
        <a:cs typeface="BIZ UDPGothic"/>
      </a:majorFont>
      <a:minorFont>
        <a:latin typeface="BIZ UDPGothic"/>
        <a:ea typeface="BIZ UDPGothic"/>
        <a:cs typeface="BIZ UDPGoth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0</Words>
  <Application>Microsoft Macintosh PowerPoint</Application>
  <PresentationFormat>ワイド画面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3" baseType="lpstr">
      <vt:lpstr>BIZ UDPGothic</vt:lpstr>
      <vt:lpstr>Arial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向山 裕一朗</cp:lastModifiedBy>
  <cp:revision>2</cp:revision>
  <dcterms:created xsi:type="dcterms:W3CDTF">2013-01-27T09:14:16Z</dcterms:created>
  <dcterms:modified xsi:type="dcterms:W3CDTF">2026-05-03T05:48:05Z</dcterms:modified>
  <cp:category/>
</cp:coreProperties>
</file>