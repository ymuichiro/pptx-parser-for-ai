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2920" y="1645920"/>
            <a:ext cx="8961120" cy="2377440"/>
          </a:xfrm>
          <a:noFill/>
          <a:ln>
            <a:noFill/>
          </a:ln>
        </p:spPr>
        <p:txBody>
          <a:bodyPr anchor="ctr" wrap="square" lIns="0" tIns="0" rIns="0" bIns="0"/>
          <a:lstStyle>
            <a:lvl1pPr>
              <a:defRPr sz="6000" b="1">
                <a:solidFill>
                  <a:srgbClr val="111111"/>
                </a:solidFill>
              </a:defRPr>
            </a:lvl1pPr>
          </a:lstStyle>
          <a:p>
            <a:pPr algn="l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2920" y="4206240"/>
            <a:ext cx="7772400" cy="1463040"/>
          </a:xfrm>
          <a:noFill/>
          <a:ln>
            <a:noFill/>
          </a:ln>
        </p:spPr>
        <p:txBody>
          <a:bodyPr anchor="t" wrap="square" lIns="0" tIns="0" rIns="0" bIns="0"/>
          <a:lstStyle>
            <a:lvl1pPr marL="0" indent="0" algn="ctr">
              <a:buNone/>
              <a:defRPr sz="1800">
                <a:solidFill>
                  <a:srgbClr val="44444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65760"/>
            <a:ext cx="10058400" cy="1508760"/>
          </a:xfrm>
          <a:noFill/>
          <a:ln>
            <a:noFill/>
          </a:ln>
        </p:spPr>
        <p:txBody>
          <a:bodyPr anchor="t" wrap="square" lIns="0" tIns="0" rIns="0" bIns="0"/>
          <a:lstStyle>
            <a:lvl1pPr>
              <a:defRPr sz="4800" b="1">
                <a:solidFill>
                  <a:srgbClr val="111111"/>
                </a:solidFill>
              </a:defRPr>
            </a:lvl1pPr>
          </a:lstStyle>
          <a:p>
            <a:pPr algn="l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2011680"/>
            <a:ext cx="11247120" cy="4617720"/>
          </a:xfrm>
          <a:noFill/>
          <a:ln>
            <a:noFill/>
          </a:ln>
        </p:spPr>
        <p:txBody>
          <a:bodyPr anchor="t" wrap="square" lIns="0" tIns="36576" rIns="0" bIns="0"/>
          <a:lstStyle>
            <a:lvl1pPr>
              <a:defRPr sz="1600">
                <a:solidFill>
                  <a:srgbClr val="444444"/>
                </a:solidFill>
              </a:defRPr>
            </a:lvl1pPr>
          </a:lstStyle>
          <a:p>
            <a:pPr lvl="0" algn="l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0"/>
            <a:ext cx="9144000" cy="2103120"/>
          </a:xfrm>
          <a:noFill/>
          <a:ln>
            <a:noFill/>
          </a:ln>
        </p:spPr>
        <p:txBody>
          <a:bodyPr anchor="ctr" wrap="square" lIns="0" tIns="0" rIns="0" bIns="0"/>
          <a:lstStyle>
            <a:lvl1pPr algn="l">
              <a:defRPr sz="6000" b="1" cap="all">
                <a:solidFill>
                  <a:srgbClr val="111111"/>
                </a:solidFill>
              </a:defRPr>
            </a:lvl1pPr>
          </a:lstStyle>
          <a:p>
            <a:pPr algn="l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0" y="4206240"/>
            <a:ext cx="8229600" cy="1463040"/>
          </a:xfrm>
          <a:noFill/>
          <a:ln>
            <a:noFill/>
          </a:ln>
        </p:spPr>
        <p:txBody>
          <a:bodyPr anchor="t" wrap="square" lIns="0" tIns="0" rIns="0" bIns="0"/>
          <a:lstStyle>
            <a:lvl1pPr marL="0" indent="0">
              <a:buNone/>
              <a:defRPr sz="1800">
                <a:solidFill>
                  <a:srgbClr val="44444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1"/>
          <p:cNvSpPr/>
          <p:nvPr/>
        </p:nvSpPr>
        <p:spPr>
          <a:xfrm>
            <a:off x="8074152" y="1737360"/>
            <a:ext cx="3692347" cy="4937760"/>
          </a:xfrm>
          <a:prstGeom prst="round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10"/>
          <p:cNvSpPr/>
          <p:nvPr/>
        </p:nvSpPr>
        <p:spPr>
          <a:xfrm>
            <a:off x="4251960" y="1737360"/>
            <a:ext cx="3692347" cy="4937760"/>
          </a:xfrm>
          <a:prstGeom prst="round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9"/>
          <p:cNvSpPr/>
          <p:nvPr/>
        </p:nvSpPr>
        <p:spPr>
          <a:xfrm>
            <a:off x="429768" y="1737360"/>
            <a:ext cx="3692347" cy="4937760"/>
          </a:xfrm>
          <a:prstGeom prst="round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0058400" cy="1325880"/>
          </a:xfrm>
          <a:noFill/>
          <a:ln>
            <a:noFill/>
          </a:ln>
        </p:spPr>
        <p:txBody>
          <a:bodyPr anchor="t" wrap="square" lIns="0" tIns="0" rIns="0" bIns="0"/>
          <a:lstStyle>
            <a:lvl1pPr>
              <a:defRPr sz="4800" b="1">
                <a:solidFill>
                  <a:srgbClr val="111111"/>
                </a:solidFill>
              </a:defRPr>
            </a:lvl1pPr>
          </a:lstStyle>
          <a:p>
            <a:pPr algn="l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2920" y="1828800"/>
            <a:ext cx="3546043" cy="4754880"/>
          </a:xfrm>
          <a:noFill/>
          <a:ln>
            <a:noFill/>
          </a:ln>
        </p:spPr>
        <p:txBody>
          <a:bodyPr anchor="t" wrap="square" lIns="73152" tIns="54864" rIns="73152" bIns="54864"/>
          <a:lstStyle>
            <a:lvl1pPr>
              <a:defRPr sz="1400">
                <a:solidFill>
                  <a:srgbClr val="444444"/>
                </a:solidFill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algn="l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25112" y="1828800"/>
            <a:ext cx="3546043" cy="4754880"/>
          </a:xfrm>
          <a:noFill/>
          <a:ln>
            <a:noFill/>
          </a:ln>
        </p:spPr>
        <p:txBody>
          <a:bodyPr anchor="t" wrap="square" lIns="73152" tIns="54864" rIns="73152" bIns="54864"/>
          <a:lstStyle>
            <a:lvl1pPr>
              <a:defRPr sz="1400">
                <a:solidFill>
                  <a:srgbClr val="444444"/>
                </a:solidFill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algn="l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3"/>
          <p:cNvSpPr>
            <a:spLocks noGrp="1"/>
          </p:cNvSpPr>
          <p:nvPr>
            <p:ph idx="3"/>
          </p:nvPr>
        </p:nvSpPr>
        <p:spPr>
          <a:xfrm>
            <a:off x="8147304" y="1828800"/>
            <a:ext cx="3546043" cy="4754880"/>
          </a:xfrm>
          <a:prstGeom prst="rect">
            <a:avLst/>
          </a:prstGeom>
          <a:noFill/>
          <a:ln>
            <a:noFill/>
          </a:ln>
        </p:spPr>
        <p:txBody>
          <a:bodyPr anchor="t" wrap="square" lIns="73152" tIns="54864" rIns="73152" bIns="54864"/>
          <a:lstStyle>
            <a:lvl1pPr>
              <a:defRPr sz="1400">
                <a:solidFill>
                  <a:srgbClr val="444444"/>
                </a:solidFill>
              </a:defRPr>
            </a:lvl1pPr>
          </a:lstStyle>
          <a:p>
            <a:pPr algn="l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1"/>
          <p:cNvSpPr/>
          <p:nvPr/>
        </p:nvSpPr>
        <p:spPr>
          <a:xfrm>
            <a:off x="6245352" y="1874519"/>
            <a:ext cx="5440680" cy="4709160"/>
          </a:xfrm>
          <a:prstGeom prst="round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10"/>
          <p:cNvSpPr/>
          <p:nvPr/>
        </p:nvSpPr>
        <p:spPr>
          <a:xfrm>
            <a:off x="502920" y="1874519"/>
            <a:ext cx="5440680" cy="4709160"/>
          </a:xfrm>
          <a:prstGeom prst="round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0058400" cy="1417320"/>
          </a:xfrm>
          <a:noFill/>
          <a:ln>
            <a:noFill/>
          </a:ln>
        </p:spPr>
        <p:txBody>
          <a:bodyPr anchor="t" wrap="square" lIns="0" tIns="0" rIns="0" bIns="0"/>
          <a:lstStyle>
            <a:lvl1pPr>
              <a:defRPr sz="5400" b="1">
                <a:solidFill>
                  <a:srgbClr val="111111"/>
                </a:solidFill>
              </a:defRPr>
            </a:lvl1pPr>
          </a:lstStyle>
          <a:p>
            <a:pPr algn="l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4672" y="2057400"/>
            <a:ext cx="4846320" cy="502920"/>
          </a:xfrm>
          <a:noFill/>
          <a:ln>
            <a:noFill/>
          </a:ln>
        </p:spPr>
        <p:txBody>
          <a:bodyPr anchor="t" wrap="square" lIns="73152" tIns="36576" rIns="73152" bIns="0"/>
          <a:lstStyle>
            <a:lvl1pPr marL="0" indent="0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4672" y="2651760"/>
            <a:ext cx="4846320" cy="3749039"/>
          </a:xfrm>
          <a:noFill/>
          <a:ln>
            <a:noFill/>
          </a:ln>
        </p:spPr>
        <p:txBody>
          <a:bodyPr anchor="t" wrap="square" lIns="73152" tIns="36576" rIns="73152" bIns="36576"/>
          <a:lstStyle>
            <a:lvl1pPr>
              <a:defRPr sz="1400">
                <a:solidFill>
                  <a:srgbClr val="444444"/>
                </a:solidFill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algn="l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47104" y="2057400"/>
            <a:ext cx="4846320" cy="502920"/>
          </a:xfrm>
          <a:noFill/>
          <a:ln>
            <a:noFill/>
          </a:ln>
        </p:spPr>
        <p:txBody>
          <a:bodyPr anchor="t" wrap="square" lIns="73152" tIns="36576" rIns="73152" bIns="0"/>
          <a:lstStyle>
            <a:lvl1pPr marL="0" indent="0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47104" y="2651760"/>
            <a:ext cx="4846320" cy="3749039"/>
          </a:xfrm>
          <a:noFill/>
          <a:ln>
            <a:noFill/>
          </a:ln>
        </p:spPr>
        <p:txBody>
          <a:bodyPr anchor="t" wrap="square" lIns="73152" tIns="36576" rIns="73152" bIns="36576"/>
          <a:lstStyle>
            <a:lvl1pPr>
              <a:defRPr sz="1400">
                <a:solidFill>
                  <a:srgbClr val="444444"/>
                </a:solidFill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algn="l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320040"/>
            <a:ext cx="10058400" cy="1417320"/>
          </a:xfrm>
          <a:noFill/>
          <a:ln>
            <a:noFill/>
          </a:ln>
        </p:spPr>
        <p:txBody>
          <a:bodyPr anchor="t" wrap="square" lIns="0" tIns="0" rIns="0" bIns="0"/>
          <a:lstStyle>
            <a:lvl1pPr algn="l">
              <a:defRPr sz="5400" b="1">
                <a:solidFill>
                  <a:srgbClr val="111111"/>
                </a:solidFill>
              </a:defRPr>
            </a:lvl1pPr>
          </a:lstStyle>
          <a:p>
            <a:pPr algn="l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02920" y="1920240"/>
            <a:ext cx="7772400" cy="4663440"/>
          </a:xfrm>
          <a:solidFill>
            <a:srgbClr val="F2F2F2"/>
          </a:solidFill>
          <a:ln>
            <a:solidFill>
              <a:srgbClr val="CCCCCC"/>
            </a:solidFill>
          </a:ln>
        </p:spPr>
        <p:txBody>
          <a:bodyPr anchor="t" wrap="square" lIns="0" tIns="0" rIns="0" bIns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31352" y="1920240"/>
            <a:ext cx="3154680" cy="4663440"/>
          </a:xfrm>
          <a:noFill/>
          <a:ln>
            <a:noFill/>
          </a:ln>
        </p:spPr>
        <p:txBody>
          <a:bodyPr anchor="t" wrap="square" lIns="0" tIns="36576" rIns="0" bIns="0"/>
          <a:lstStyle>
            <a:lvl1pPr marL="0" indent="0">
              <a:buNone/>
              <a:defRPr sz="1400">
                <a:solidFill>
                  <a:srgbClr val="44444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7483665" name="Oval 2147483665"/>
          <p:cNvSpPr/>
          <p:nvPr/>
        </p:nvSpPr>
        <p:spPr>
          <a:xfrm>
            <a:off x="3505198" y="-8686800"/>
            <a:ext cx="17373600" cy="17373600"/>
          </a:xfrm>
          <a:prstGeom prst="ellipse">
            <a:avLst/>
          </a:prstGeom>
          <a:noFill/>
          <a:ln w="6350">
            <a:solidFill>
              <a:srgbClr val="E7E7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483664" name="Oval 2147483664"/>
          <p:cNvSpPr/>
          <p:nvPr/>
        </p:nvSpPr>
        <p:spPr>
          <a:xfrm>
            <a:off x="4145278" y="-8046720"/>
            <a:ext cx="16093440" cy="16093440"/>
          </a:xfrm>
          <a:prstGeom prst="ellipse">
            <a:avLst/>
          </a:prstGeom>
          <a:noFill/>
          <a:ln w="9525">
            <a:solidFill>
              <a:srgbClr val="DFDF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483663" name="Oval 2147483663"/>
          <p:cNvSpPr/>
          <p:nvPr/>
        </p:nvSpPr>
        <p:spPr>
          <a:xfrm>
            <a:off x="5242559" y="-6949440"/>
            <a:ext cx="13898880" cy="13898880"/>
          </a:xfrm>
          <a:prstGeom prst="ellipse">
            <a:avLst/>
          </a:prstGeom>
          <a:noFill/>
          <a:ln w="952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483662" name="Oval 2147483662"/>
          <p:cNvSpPr/>
          <p:nvPr/>
        </p:nvSpPr>
        <p:spPr>
          <a:xfrm>
            <a:off x="6339838" y="-5852160"/>
            <a:ext cx="11704320" cy="11704320"/>
          </a:xfrm>
          <a:prstGeom prst="ellipse">
            <a:avLst/>
          </a:prstGeom>
          <a:noFill/>
          <a:ln w="12700">
            <a:solidFill>
              <a:srgbClr val="CEC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483661" name="Oval 2147483661"/>
          <p:cNvSpPr/>
          <p:nvPr/>
        </p:nvSpPr>
        <p:spPr>
          <a:xfrm>
            <a:off x="7437118" y="-4754880"/>
            <a:ext cx="9509760" cy="9509760"/>
          </a:xfrm>
          <a:prstGeom prst="ellipse">
            <a:avLst/>
          </a:prstGeom>
          <a:noFill/>
          <a:ln w="15875">
            <a:solidFill>
              <a:srgbClr val="C5C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483660" name="Oval 2147483660"/>
          <p:cNvSpPr/>
          <p:nvPr/>
        </p:nvSpPr>
        <p:spPr>
          <a:xfrm>
            <a:off x="8534399" y="-3657600"/>
            <a:ext cx="7315200" cy="7315200"/>
          </a:xfrm>
          <a:prstGeom prst="ellipse">
            <a:avLst/>
          </a:prstGeom>
          <a:noFill/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