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7"/>
  </p:normalViewPr>
  <p:slideViewPr>
    <p:cSldViewPr snapToGrid="0" snapToObjects="1">
      <p:cViewPr varScale="1">
        <p:scale>
          <a:sx n="146" d="100"/>
          <a:sy n="146" d="100"/>
        </p:scale>
        <p:origin x="184" y="1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top_bar"/>
          <p:cNvSpPr>
            <a:spLocks noGrp="1"/>
          </p:cNvSpPr>
          <p:nvPr/>
        </p:nvSpPr>
        <p:spPr>
          <a:xfrm>
            <a:off x="0" y="0"/>
            <a:ext cx="12192000" cy="188595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accent_line"/>
          <p:cNvSpPr>
            <a:spLocks noGrp="1"/>
          </p:cNvSpPr>
          <p:nvPr/>
        </p:nvSpPr>
        <p:spPr>
          <a:xfrm>
            <a:off x="0" y="1831086"/>
            <a:ext cx="12192000" cy="109728"/>
          </a:xfrm>
          <a:prstGeom prst="rect">
            <a:avLst/>
          </a:prstGeom>
          <a:solidFill>
            <a:srgbClr val="E876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footer_bar"/>
          <p:cNvSpPr>
            <a:spLocks noGrp="1"/>
          </p:cNvSpPr>
          <p:nvPr/>
        </p:nvSpPr>
        <p:spPr>
          <a:xfrm>
            <a:off x="0" y="5966460"/>
            <a:ext cx="12192000" cy="8915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2920" y="3884023"/>
            <a:ext cx="7772400" cy="146304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 algn="ctr">
              <a:buNone/>
              <a:defRPr sz="1800">
                <a:solidFill>
                  <a:srgbClr val="44444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C72B98BA-869D-3750-C4A0-0819554A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376170"/>
            <a:ext cx="11290663" cy="1143000"/>
          </a:xfrm>
        </p:spPr>
        <p:txBody>
          <a:bodyPr/>
          <a:lstStyle>
            <a:lvl1pPr>
              <a:defRPr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075B6510-E118-0470-C854-7A1786F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AD7D4C5-CFA3-A26C-9B40-00CB70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1425E-CEBA-0160-3EC6-DCDB0872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422" y="1114425"/>
            <a:ext cx="11730445" cy="499899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accent_bar"/>
          <p:cNvSpPr>
            <a:spLocks noGrp="1"/>
          </p:cNvSpPr>
          <p:nvPr/>
        </p:nvSpPr>
        <p:spPr>
          <a:xfrm>
            <a:off x="499872" y="5349240"/>
            <a:ext cx="2438400" cy="68580"/>
          </a:xfrm>
          <a:prstGeom prst="rect">
            <a:avLst/>
          </a:prstGeom>
          <a:solidFill>
            <a:srgbClr val="E876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1" y="2333898"/>
            <a:ext cx="8229600" cy="146304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2000">
                <a:solidFill>
                  <a:srgbClr val="E8F2FB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4E21F2C5-D692-C035-AB8E-E7F5E227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1" y="1411812"/>
            <a:ext cx="11175274" cy="645196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7D32573A-B4BF-D855-B118-08296328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516884CF-46E6-857C-323C-6CEAC631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70805F50-61D4-6BF5-5910-DB5ACA39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コンテンツ プレースホルダー 12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423" y="1114652"/>
            <a:ext cx="5738812" cy="501618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8056" y="1114652"/>
            <a:ext cx="5738812" cy="501618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omparison_2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left_panel"/>
          <p:cNvSpPr>
            <a:spLocks noGrp="1"/>
          </p:cNvSpPr>
          <p:nvPr/>
        </p:nvSpPr>
        <p:spPr>
          <a:xfrm>
            <a:off x="268224" y="857250"/>
            <a:ext cx="5657088" cy="526694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right_panel"/>
          <p:cNvSpPr>
            <a:spLocks noGrp="1"/>
          </p:cNvSpPr>
          <p:nvPr/>
        </p:nvSpPr>
        <p:spPr>
          <a:xfrm>
            <a:off x="6266688" y="857250"/>
            <a:ext cx="5657088" cy="526694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left_accent"/>
          <p:cNvSpPr>
            <a:spLocks noGrp="1"/>
          </p:cNvSpPr>
          <p:nvPr/>
        </p:nvSpPr>
        <p:spPr>
          <a:xfrm>
            <a:off x="268224" y="857250"/>
            <a:ext cx="5657088" cy="1097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right_accent"/>
          <p:cNvSpPr>
            <a:spLocks noGrp="1"/>
          </p:cNvSpPr>
          <p:nvPr/>
        </p:nvSpPr>
        <p:spPr>
          <a:xfrm>
            <a:off x="6266688" y="857250"/>
            <a:ext cx="5657088" cy="1097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divider"/>
          <p:cNvSpPr>
            <a:spLocks noGrp="1"/>
          </p:cNvSpPr>
          <p:nvPr/>
        </p:nvSpPr>
        <p:spPr>
          <a:xfrm>
            <a:off x="5974080" y="857250"/>
            <a:ext cx="243840" cy="5266944"/>
          </a:xfrm>
          <a:prstGeom prst="rect">
            <a:avLst/>
          </a:prstGeom>
          <a:solidFill>
            <a:srgbClr val="BFD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lot__left_title"/>
          <p:cNvSpPr>
            <a:spLocks noGrp="1"/>
          </p:cNvSpPr>
          <p:nvPr>
            <p:ph type="body" idx="1"/>
          </p:nvPr>
        </p:nvSpPr>
        <p:spPr>
          <a:xfrm>
            <a:off x="463296" y="1131570"/>
            <a:ext cx="4693920" cy="44577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 marL="0" indent="0" algn="ctr">
              <a:buNone/>
              <a:defRPr sz="1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endParaRPr lang="en-US" dirty="0"/>
          </a:p>
        </p:txBody>
      </p:sp>
      <p:sp>
        <p:nvSpPr>
          <p:cNvPr id="5" name="slot__right_title"/>
          <p:cNvSpPr>
            <a:spLocks noGrp="1"/>
          </p:cNvSpPr>
          <p:nvPr>
            <p:ph type="body" sz="quarter" idx="3"/>
          </p:nvPr>
        </p:nvSpPr>
        <p:spPr>
          <a:xfrm>
            <a:off x="6425184" y="1131570"/>
            <a:ext cx="4693920" cy="44577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 marL="0" indent="0" algn="ctr">
              <a:buNone/>
              <a:defRPr sz="1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endParaRPr lang="en-US" dirty="0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742611C5-3334-7E2B-59D2-B8B829483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873B0EB2-52CE-9FBE-5229-B24CF5D7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2A7F14D4-BBB3-0D79-5D1A-8E028278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F8DE6177-18F6-D7A0-7D6F-64E793A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slot__left_description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3296" y="1680210"/>
            <a:ext cx="5364480" cy="438912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slot__right_description">
            <a:extLst>
              <a:ext uri="{FF2B5EF4-FFF2-40B4-BE49-F238E27FC236}">
                <a16:creationId xmlns:a16="http://schemas.microsoft.com/office/drawing/2014/main" id="{7736F04F-6D87-D6E7-D993-8E4670208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25184" y="1680210"/>
            <a:ext cx="5364480" cy="438912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slot__left_icon"/>
          <p:cNvSpPr>
            <a:spLocks noGrp="1"/>
          </p:cNvSpPr>
          <p:nvPr>
            <p:ph type="pic" idx="15"/>
          </p:nvPr>
        </p:nvSpPr>
        <p:spPr>
          <a:xfrm>
            <a:off x="5181600" y="1083564"/>
            <a:ext cx="609600" cy="54864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19" name="slot__right_icon"/>
          <p:cNvSpPr>
            <a:spLocks noGrp="1"/>
          </p:cNvSpPr>
          <p:nvPr>
            <p:ph type="pic" idx="16"/>
          </p:nvPr>
        </p:nvSpPr>
        <p:spPr>
          <a:xfrm>
            <a:off x="11192256" y="1083564"/>
            <a:ext cx="609600" cy="54864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pi_big_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metric_panel"/>
          <p:cNvSpPr>
            <a:spLocks noGrp="1"/>
          </p:cNvSpPr>
          <p:nvPr/>
        </p:nvSpPr>
        <p:spPr>
          <a:xfrm>
            <a:off x="707136" y="1062990"/>
            <a:ext cx="8656320" cy="25374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delta_badge"/>
          <p:cNvSpPr>
            <a:spLocks noGrp="1"/>
          </p:cNvSpPr>
          <p:nvPr/>
        </p:nvSpPr>
        <p:spPr>
          <a:xfrm>
            <a:off x="9534144" y="1062990"/>
            <a:ext cx="2316480" cy="1028700"/>
          </a:xfrm>
          <a:prstGeom prst="rect">
            <a:avLst/>
          </a:prstGeom>
          <a:solidFill>
            <a:srgbClr val="E876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support_area"/>
          <p:cNvSpPr>
            <a:spLocks noGrp="1"/>
          </p:cNvSpPr>
          <p:nvPr/>
        </p:nvSpPr>
        <p:spPr>
          <a:xfrm>
            <a:off x="707136" y="3703320"/>
            <a:ext cx="10777728" cy="21259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slot__metric_valu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975360" y="1371600"/>
            <a:ext cx="8168640" cy="2057400"/>
          </a:xfrm>
        </p:spPr>
        <p:txBody>
          <a:bodyPr/>
          <a:lstStyle>
            <a:lvl1pPr>
              <a:defRPr sz="5600" b="1">
                <a:solidFill>
                  <a:srgbClr val="FFFFFF"/>
                </a:solidFill>
              </a:defRPr>
            </a:lvl1pPr>
            <a:lvl2pPr>
              <a:defRPr sz="1800">
                <a:solidFill>
                  <a:srgbClr val="E8F2FB"/>
                </a:solidFill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slot__metric_delta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9656064" y="1289304"/>
            <a:ext cx="2072640" cy="65151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slot__supporting_points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5" type="obj"/>
          </p:nvPr>
        </p:nvSpPr>
        <p:spPr>
          <a:xfrm>
            <a:off x="1036320" y="3874770"/>
            <a:ext cx="10119360" cy="178308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timeline_line"/>
          <p:cNvSpPr>
            <a:spLocks noGrp="1"/>
          </p:cNvSpPr>
          <p:nvPr/>
        </p:nvSpPr>
        <p:spPr>
          <a:xfrm>
            <a:off x="731520" y="1042416"/>
            <a:ext cx="97536" cy="522579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event_1_dot"/>
          <p:cNvSpPr>
            <a:spLocks noGrp="1"/>
          </p:cNvSpPr>
          <p:nvPr/>
        </p:nvSpPr>
        <p:spPr>
          <a:xfrm>
            <a:off x="633984" y="1419606"/>
            <a:ext cx="292608" cy="205740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event_2_dot"/>
          <p:cNvSpPr>
            <a:spLocks noGrp="1"/>
          </p:cNvSpPr>
          <p:nvPr/>
        </p:nvSpPr>
        <p:spPr>
          <a:xfrm>
            <a:off x="633984" y="2269998"/>
            <a:ext cx="292608" cy="205740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event_3_dot"/>
          <p:cNvSpPr>
            <a:spLocks noGrp="1"/>
          </p:cNvSpPr>
          <p:nvPr/>
        </p:nvSpPr>
        <p:spPr>
          <a:xfrm>
            <a:off x="633984" y="3120390"/>
            <a:ext cx="292608" cy="205740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event_4_dot"/>
          <p:cNvSpPr>
            <a:spLocks noGrp="1"/>
          </p:cNvSpPr>
          <p:nvPr/>
        </p:nvSpPr>
        <p:spPr>
          <a:xfrm>
            <a:off x="633984" y="3970782"/>
            <a:ext cx="292608" cy="205740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event_5_dot"/>
          <p:cNvSpPr>
            <a:spLocks noGrp="1"/>
          </p:cNvSpPr>
          <p:nvPr/>
        </p:nvSpPr>
        <p:spPr>
          <a:xfrm>
            <a:off x="633984" y="4821174"/>
            <a:ext cx="292608" cy="205740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deco_event_6_dot"/>
          <p:cNvSpPr>
            <a:spLocks noGrp="1"/>
          </p:cNvSpPr>
          <p:nvPr/>
        </p:nvSpPr>
        <p:spPr>
          <a:xfrm>
            <a:off x="633984" y="5671566"/>
            <a:ext cx="292608" cy="205740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タイトル 6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19456"/>
            <a:ext cx="11728704" cy="64465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slot__event_1_combined_text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1219200" y="1179576"/>
            <a:ext cx="10607040" cy="69951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slot__event_2_combined_text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1219200" y="2029968"/>
            <a:ext cx="10607040" cy="69951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slot__event_3_combined_text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5" type="obj"/>
          </p:nvPr>
        </p:nvSpPr>
        <p:spPr>
          <a:xfrm>
            <a:off x="1219200" y="2880360"/>
            <a:ext cx="10607040" cy="69951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slot__event_4_combined_text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6" type="obj"/>
          </p:nvPr>
        </p:nvSpPr>
        <p:spPr>
          <a:xfrm>
            <a:off x="1219200" y="3730752"/>
            <a:ext cx="10607040" cy="69951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slot__event_5_combined_text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7" type="obj"/>
          </p:nvPr>
        </p:nvSpPr>
        <p:spPr>
          <a:xfrm>
            <a:off x="1219200" y="4581144"/>
            <a:ext cx="10607040" cy="69951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slot__event_6_combined_text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8" type="obj"/>
          </p:nvPr>
        </p:nvSpPr>
        <p:spPr>
          <a:xfrm>
            <a:off x="1219200" y="5431536"/>
            <a:ext cx="10607040" cy="69951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appendix_back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top_accent"/>
          <p:cNvSpPr>
            <a:spLocks noGrp="1"/>
          </p:cNvSpPr>
          <p:nvPr/>
        </p:nvSpPr>
        <p:spPr>
          <a:xfrm>
            <a:off x="341376" y="1268730"/>
            <a:ext cx="11509248" cy="54864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col_divider"/>
          <p:cNvSpPr>
            <a:spLocks noGrp="1"/>
          </p:cNvSpPr>
          <p:nvPr/>
        </p:nvSpPr>
        <p:spPr>
          <a:xfrm>
            <a:off x="5925312" y="1337310"/>
            <a:ext cx="170688" cy="4354830"/>
          </a:xfrm>
          <a:prstGeom prst="rect">
            <a:avLst/>
          </a:prstGeom>
          <a:solidFill>
            <a:srgbClr val="BFD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slot__body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405890"/>
            <a:ext cx="5242560" cy="428625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slot__references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6278880" y="1405890"/>
            <a:ext cx="5486400" cy="428625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7712" y="1097280"/>
            <a:ext cx="7855134" cy="5024846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9952" y="1097280"/>
            <a:ext cx="3636916" cy="5024846"/>
          </a:xfrm>
          <a:noFill/>
          <a:ln>
            <a:noFill/>
          </a:ln>
        </p:spPr>
        <p:txBody>
          <a:bodyPr wrap="square" lIns="0" tIns="36576" rIns="0" bIns="0" anchor="t"/>
          <a:lstStyle>
            <a:lvl1pPr marL="0" indent="0">
              <a:buNone/>
              <a:defRPr sz="1400">
                <a:solidFill>
                  <a:srgbClr val="44444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3E4DDDEC-1DB2-EF3B-AA3A-651334DC9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hree_cards_horizont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h_card1_bg"/>
          <p:cNvSpPr>
            <a:spLocks noGrp="1"/>
          </p:cNvSpPr>
          <p:nvPr/>
        </p:nvSpPr>
        <p:spPr>
          <a:xfrm>
            <a:off x="365760" y="980694"/>
            <a:ext cx="3474720" cy="547268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h_card1_hdr"/>
          <p:cNvSpPr>
            <a:spLocks noGrp="1"/>
          </p:cNvSpPr>
          <p:nvPr/>
        </p:nvSpPr>
        <p:spPr>
          <a:xfrm>
            <a:off x="365760" y="980694"/>
            <a:ext cx="3474720" cy="10287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h_card1_acc"/>
          <p:cNvSpPr>
            <a:spLocks noGrp="1"/>
          </p:cNvSpPr>
          <p:nvPr/>
        </p:nvSpPr>
        <p:spPr>
          <a:xfrm>
            <a:off x="365760" y="980694"/>
            <a:ext cx="3474720" cy="48006"/>
          </a:xfrm>
          <a:prstGeom prst="rect">
            <a:avLst/>
          </a:prstGeom>
          <a:solidFill>
            <a:srgbClr val="E876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h_card2_bg"/>
          <p:cNvSpPr>
            <a:spLocks noGrp="1"/>
          </p:cNvSpPr>
          <p:nvPr/>
        </p:nvSpPr>
        <p:spPr>
          <a:xfrm>
            <a:off x="4364736" y="980694"/>
            <a:ext cx="3474720" cy="547268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h_card2_hdr"/>
          <p:cNvSpPr>
            <a:spLocks noGrp="1"/>
          </p:cNvSpPr>
          <p:nvPr/>
        </p:nvSpPr>
        <p:spPr>
          <a:xfrm>
            <a:off x="4364736" y="980694"/>
            <a:ext cx="3474720" cy="10287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h_card2_acc"/>
          <p:cNvSpPr>
            <a:spLocks noGrp="1"/>
          </p:cNvSpPr>
          <p:nvPr/>
        </p:nvSpPr>
        <p:spPr>
          <a:xfrm>
            <a:off x="4364736" y="980694"/>
            <a:ext cx="3474720" cy="48006"/>
          </a:xfrm>
          <a:prstGeom prst="rect">
            <a:avLst/>
          </a:prstGeom>
          <a:solidFill>
            <a:srgbClr val="E876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deco_h_card3_bg"/>
          <p:cNvSpPr>
            <a:spLocks noGrp="1"/>
          </p:cNvSpPr>
          <p:nvPr/>
        </p:nvSpPr>
        <p:spPr>
          <a:xfrm>
            <a:off x="8351520" y="980694"/>
            <a:ext cx="3474720" cy="547268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deco_h_card3_hdr"/>
          <p:cNvSpPr>
            <a:spLocks noGrp="1"/>
          </p:cNvSpPr>
          <p:nvPr/>
        </p:nvSpPr>
        <p:spPr>
          <a:xfrm>
            <a:off x="8351520" y="980694"/>
            <a:ext cx="3474720" cy="10287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deco_h_card3_acc"/>
          <p:cNvSpPr>
            <a:spLocks noGrp="1"/>
          </p:cNvSpPr>
          <p:nvPr/>
        </p:nvSpPr>
        <p:spPr>
          <a:xfrm>
            <a:off x="8351520" y="980694"/>
            <a:ext cx="3474720" cy="48006"/>
          </a:xfrm>
          <a:prstGeom prst="rect">
            <a:avLst/>
          </a:prstGeom>
          <a:solidFill>
            <a:srgbClr val="E8763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19456"/>
            <a:ext cx="11728704" cy="64465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slot__card_1_combined_text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63296" y="2064258"/>
            <a:ext cx="3279648" cy="438912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slot__card_2_combined_text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4462272" y="2064258"/>
            <a:ext cx="3279648" cy="438912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slot__card_3_combined_text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5" type="obj"/>
          </p:nvPr>
        </p:nvSpPr>
        <p:spPr>
          <a:xfrm>
            <a:off x="8449056" y="2064258"/>
            <a:ext cx="3279648" cy="438912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slot__card_1_icon"/>
          <p:cNvSpPr>
            <a:spLocks noGrp="1"/>
          </p:cNvSpPr>
          <p:nvPr>
            <p:ph type="pic" idx="16"/>
          </p:nvPr>
        </p:nvSpPr>
        <p:spPr>
          <a:xfrm>
            <a:off x="1493520" y="1117854"/>
            <a:ext cx="1219200" cy="75438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18" name="slot__card_2_icon"/>
          <p:cNvSpPr>
            <a:spLocks noGrp="1"/>
          </p:cNvSpPr>
          <p:nvPr>
            <p:ph type="pic" idx="17"/>
          </p:nvPr>
        </p:nvSpPr>
        <p:spPr>
          <a:xfrm>
            <a:off x="5492496" y="1117854"/>
            <a:ext cx="1219200" cy="75438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19" name="slot__card_3_icon"/>
          <p:cNvSpPr>
            <a:spLocks noGrp="1"/>
          </p:cNvSpPr>
          <p:nvPr>
            <p:ph type="pic" idx="18"/>
          </p:nvPr>
        </p:nvSpPr>
        <p:spPr>
          <a:xfrm>
            <a:off x="9479280" y="1117854"/>
            <a:ext cx="1219200" cy="75438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hree_cards_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v_strip1_bg"/>
          <p:cNvSpPr>
            <a:spLocks noGrp="1"/>
          </p:cNvSpPr>
          <p:nvPr/>
        </p:nvSpPr>
        <p:spPr>
          <a:xfrm>
            <a:off x="243840" y="1014984"/>
            <a:ext cx="11704320" cy="1536192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v_strip1_bar"/>
          <p:cNvSpPr>
            <a:spLocks noGrp="1"/>
          </p:cNvSpPr>
          <p:nvPr/>
        </p:nvSpPr>
        <p:spPr>
          <a:xfrm>
            <a:off x="243840" y="1014984"/>
            <a:ext cx="121920" cy="153619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v_strip2_bg"/>
          <p:cNvSpPr>
            <a:spLocks noGrp="1"/>
          </p:cNvSpPr>
          <p:nvPr/>
        </p:nvSpPr>
        <p:spPr>
          <a:xfrm>
            <a:off x="243840" y="2743200"/>
            <a:ext cx="11704320" cy="1536192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v_strip2_bar"/>
          <p:cNvSpPr>
            <a:spLocks noGrp="1"/>
          </p:cNvSpPr>
          <p:nvPr/>
        </p:nvSpPr>
        <p:spPr>
          <a:xfrm>
            <a:off x="243840" y="2743200"/>
            <a:ext cx="121920" cy="153619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v_strip3_bg"/>
          <p:cNvSpPr>
            <a:spLocks noGrp="1"/>
          </p:cNvSpPr>
          <p:nvPr/>
        </p:nvSpPr>
        <p:spPr>
          <a:xfrm>
            <a:off x="243840" y="4471416"/>
            <a:ext cx="11704320" cy="1536192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v_strip3_bar"/>
          <p:cNvSpPr>
            <a:spLocks noGrp="1"/>
          </p:cNvSpPr>
          <p:nvPr/>
        </p:nvSpPr>
        <p:spPr>
          <a:xfrm>
            <a:off x="243840" y="4471416"/>
            <a:ext cx="121920" cy="153619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19456"/>
            <a:ext cx="11728704" cy="64465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slot__card_1_combined_text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1524000" y="1234440"/>
            <a:ext cx="10302240" cy="109728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slot__card_2_combined_text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1524000" y="2962656"/>
            <a:ext cx="10302240" cy="109728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slot__card_3_combined_text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5" type="obj"/>
          </p:nvPr>
        </p:nvSpPr>
        <p:spPr>
          <a:xfrm>
            <a:off x="1524000" y="4690872"/>
            <a:ext cx="10302240" cy="109728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slot__card_1_icon"/>
          <p:cNvSpPr>
            <a:spLocks noGrp="1"/>
          </p:cNvSpPr>
          <p:nvPr>
            <p:ph type="pic" idx="16"/>
          </p:nvPr>
        </p:nvSpPr>
        <p:spPr>
          <a:xfrm>
            <a:off x="451104" y="1405890"/>
            <a:ext cx="792480" cy="75438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18" name="slot__card_2_icon"/>
          <p:cNvSpPr>
            <a:spLocks noGrp="1"/>
          </p:cNvSpPr>
          <p:nvPr>
            <p:ph type="pic" idx="17"/>
          </p:nvPr>
        </p:nvSpPr>
        <p:spPr>
          <a:xfrm>
            <a:off x="451104" y="3134106"/>
            <a:ext cx="792480" cy="75438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19" name="slot__card_3_icon"/>
          <p:cNvSpPr>
            <a:spLocks noGrp="1"/>
          </p:cNvSpPr>
          <p:nvPr>
            <p:ph type="pic" idx="18"/>
          </p:nvPr>
        </p:nvSpPr>
        <p:spPr>
          <a:xfrm>
            <a:off x="451104" y="4862322"/>
            <a:ext cx="792480" cy="75438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423" y="218737"/>
            <a:ext cx="11730445" cy="64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423" y="1095103"/>
            <a:ext cx="11730444" cy="5035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10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473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29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IZ UDPGothic">
      <a:majorFont>
        <a:latin typeface="BIZ UDPGothic"/>
        <a:ea typeface="BIZ UDPGothic"/>
        <a:cs typeface="BIZ UDPGothic"/>
      </a:majorFont>
      <a:minorFont>
        <a:latin typeface="BIZ UDPGothic"/>
        <a:ea typeface="BIZ UDPGothic"/>
        <a:cs typeface="BIZ UD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Macintosh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3" baseType="lpstr">
      <vt:lpstr>BIZ UDPGothic</vt:lpstr>
      <vt:lpstr>Arial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向山 裕一朗</cp:lastModifiedBy>
  <cp:revision>2</cp:revision>
  <dcterms:created xsi:type="dcterms:W3CDTF">2013-01-27T09:14:16Z</dcterms:created>
  <dcterms:modified xsi:type="dcterms:W3CDTF">2026-05-03T05:48:05Z</dcterms:modified>
  <cp:category/>
</cp:coreProperties>
</file>