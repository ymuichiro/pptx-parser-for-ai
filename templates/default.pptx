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1A3A6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A3A6C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rgbClr val="333333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1A3A6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rgbClr val="FFFF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A3A6C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solidFill>
                  <a:srgbClr val="333333"/>
                </a:solidFill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solidFill>
                  <a:srgbClr val="333333"/>
                </a:solidFill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A3A6C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33333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solidFill>
                  <a:srgbClr val="333333"/>
                </a:solidFill>
              </a:defRPr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33333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solidFill>
                  <a:srgbClr val="333333"/>
                </a:solidFill>
              </a:defRPr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solidFill>
                  <a:srgbClr val="1A3A6C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solidFill>
                  <a:srgbClr val="333333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