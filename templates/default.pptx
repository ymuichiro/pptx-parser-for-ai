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'1.0' encoding='utf-8'?>
<Relationships xmlns="http://schemas.openxmlformats.org/package/2006/relationships"><Relationship Id="rId3" Type="http://schemas.openxmlformats.org/package/2006/relationships/metadata/core-properties" Target="docProps/core.xml" /><Relationship Id="rId1" Type="http://schemas.openxmlformats.org/officeDocument/2006/relationships/officeDocument" Target="ppt/presentation.xml" /><Relationship Id="rId4" Type="http://schemas.openxmlformats.org/officeDocument/2006/relationships/extended-properties" Target="docProps/app.xml" 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7992"/>
    <p:restoredTop sz="94635"/>
  </p:normalViewPr>
  <p:slideViewPr>
    <p:cSldViewPr snapToGrid="0" snapToObjects="1">
      <p:cViewPr>
        <p:scale>
          <a:sx n="189" d="100"/>
          <a:sy n="189" d="100"/>
        </p:scale>
        <p:origin x="0" y="43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viewProps" Target="viewProps.xml"/><Relationship Id="rId2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5" Type="http://schemas.openxmlformats.org/officeDocument/2006/relationships/tableStyles" Target="tableStyles.xml"/><Relationship Id="rId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ver_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deco_footer_line"/>
          <p:cNvSpPr>
            <a:spLocks noGrp="1"/>
          </p:cNvSpPr>
          <p:nvPr/>
        </p:nvSpPr>
        <p:spPr>
          <a:xfrm>
            <a:off x="555874" y="5946621"/>
            <a:ext cx="11082025" cy="41563"/>
          </a:xfrm>
          <a:prstGeom prst="rect">
            <a:avLst/>
          </a:prstGeom>
          <a:solidFill>
            <a:srgbClr val="D9D9D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AI_SUBTITLE"/>
          <p:cNvSpPr>
            <a:spLocks noGrp="1"/>
          </p:cNvSpPr>
          <p:nvPr>
            <p:ph type="subTitle" idx="1" hasCustomPrompt="1"/>
          </p:nvPr>
        </p:nvSpPr>
        <p:spPr>
          <a:xfrm>
            <a:off x="731520" y="3737610"/>
            <a:ext cx="6644640" cy="61722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2300">
                <a:solidFill>
                  <a:srgbClr val="242424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7" name="AI_TITLE">
            <a:extLst>
              <a:ext uri="{FF2B5EF4-FFF2-40B4-BE49-F238E27FC236}">
                <a16:creationId xmlns:a16="http://schemas.microsoft.com/office/drawing/2014/main" id="{C72B98BA-869D-3750-C4A0-0819554AC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19" y="2125980"/>
            <a:ext cx="10605347" cy="1405890"/>
          </a:xfrm>
        </p:spPr>
        <p:txBody>
          <a:bodyPr/>
          <a:lstStyle>
            <a:lvl1pPr>
              <a:defRPr sz="50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075B6510-E118-0470-C854-7A1786F3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 dirty="0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3AD7D4C5-CFA3-A26C-9B40-00CB703E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2001425E-CEBA-0160-3EC6-DCDB08720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5" name="AI_DATE"/>
          <p:cNvSpPr>
            <a:spLocks noGrp="1"/>
          </p:cNvSpPr>
          <p:nvPr>
            <p:ph type="body" idx="13" hasCustomPrompt="1"/>
          </p:nvPr>
        </p:nvSpPr>
        <p:spPr>
          <a:xfrm>
            <a:off x="731519" y="4834890"/>
            <a:ext cx="4023359" cy="30861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1300">
                <a:solidFill>
                  <a:srgbClr val="666666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206" name="AI_ORGANIZATION"/>
          <p:cNvSpPr>
            <a:spLocks noGrp="1"/>
          </p:cNvSpPr>
          <p:nvPr>
            <p:ph type="body" idx="14" hasCustomPrompt="1"/>
          </p:nvPr>
        </p:nvSpPr>
        <p:spPr>
          <a:xfrm>
            <a:off x="731520" y="5383530"/>
            <a:ext cx="4023360" cy="288036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1450">
                <a:solidFill>
                  <a:srgbClr val="666666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207" name="AI_AUTHOR"/>
          <p:cNvSpPr>
            <a:spLocks noGrp="1"/>
          </p:cNvSpPr>
          <p:nvPr>
            <p:ph type="body" idx="15" hasCustomPrompt="1"/>
          </p:nvPr>
        </p:nvSpPr>
        <p:spPr>
          <a:xfrm>
            <a:off x="7802879" y="5383530"/>
            <a:ext cx="3835019" cy="288036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1450">
                <a:solidFill>
                  <a:srgbClr val="666666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content_panel"/>
          <p:cNvSpPr>
            <a:spLocks noGrp="1"/>
          </p:cNvSpPr>
          <p:nvPr/>
        </p:nvSpPr>
        <p:spPr>
          <a:xfrm>
            <a:off x="280416" y="1580974"/>
            <a:ext cx="11631168" cy="4361688"/>
          </a:xfrm>
          <a:prstGeom prst="roundRect">
            <a:avLst>
              <a:gd name="adj" fmla="val 2188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I_TITLE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416" y="356616"/>
            <a:ext cx="11631168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AI_ITEMS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712" y="1741394"/>
            <a:ext cx="11247568" cy="4077824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0" name="AI_SUBTITLE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0416" y="1042416"/>
            <a:ext cx="11631168" cy="377190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145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_divid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I_SUBTITLE"/>
          <p:cNvSpPr>
            <a:spLocks noGrp="1"/>
          </p:cNvSpPr>
          <p:nvPr>
            <p:ph type="body" idx="1"/>
          </p:nvPr>
        </p:nvSpPr>
        <p:spPr>
          <a:xfrm>
            <a:off x="731519" y="4080510"/>
            <a:ext cx="10906378" cy="54864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defRPr sz="1800">
                <a:solidFill>
                  <a:srgbClr val="666666"/>
                </a:solidFill>
              </a:defRPr>
            </a:lvl1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7" name="AI_TITLE">
            <a:extLst>
              <a:ext uri="{FF2B5EF4-FFF2-40B4-BE49-F238E27FC236}">
                <a16:creationId xmlns:a16="http://schemas.microsoft.com/office/drawing/2014/main" id="{4E21F2C5-D692-C035-AB8E-E7F5E227828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3051810"/>
            <a:ext cx="10906378" cy="857250"/>
          </a:xfrm>
        </p:spPr>
        <p:txBody>
          <a:bodyPr/>
          <a:lstStyle>
            <a:lvl1pPr>
              <a:defRPr sz="43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7D32573A-B4BF-D855-B118-082963284F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516884CF-46E6-857C-323C-6CEAC63136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70805F50-61D4-6BF5-5910-DB5ACA39D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4" name="AI_SECTION_NO"/>
          <p:cNvSpPr>
            <a:spLocks noGrp="1"/>
          </p:cNvSpPr>
          <p:nvPr>
            <p:ph type="body" idx="13" hasCustomPrompt="1"/>
          </p:nvPr>
        </p:nvSpPr>
        <p:spPr>
          <a:xfrm>
            <a:off x="670559" y="994410"/>
            <a:ext cx="10967339" cy="130302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8600" b="1">
                <a:solidFill>
                  <a:srgbClr val="191919"/>
                </a:solidFill>
              </a:defRPr>
            </a:lvl1pPr>
          </a:lstStyle>
          <a:p>
            <a:pPr lvl="0" algn="l"/>
            <a:r>
              <a:rPr lang="en-US" dirty="0"/>
              <a:t>Click to edit Master text styles</a:t>
            </a:r>
          </a:p>
        </p:txBody>
      </p:sp>
      <p:sp>
        <p:nvSpPr>
          <p:cNvPr id="2" name="deco_footer_line">
            <a:extLst>
              <a:ext uri="{FF2B5EF4-FFF2-40B4-BE49-F238E27FC236}">
                <a16:creationId xmlns:a16="http://schemas.microsoft.com/office/drawing/2014/main" id="{12659D8F-F824-772F-2B0A-68B5BEA2E0D9}"/>
              </a:ext>
            </a:extLst>
          </p:cNvPr>
          <p:cNvSpPr>
            <a:spLocks noGrp="1"/>
          </p:cNvSpPr>
          <p:nvPr userDrawn="1"/>
        </p:nvSpPr>
        <p:spPr>
          <a:xfrm>
            <a:off x="555874" y="5946621"/>
            <a:ext cx="11082025" cy="41563"/>
          </a:xfrm>
          <a:prstGeom prst="rect">
            <a:avLst/>
          </a:prstGeom>
          <a:solidFill>
            <a:srgbClr val="D9D9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list_basic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deco_content_panel">
            <a:extLst>
              <a:ext uri="{FF2B5EF4-FFF2-40B4-BE49-F238E27FC236}">
                <a16:creationId xmlns:a16="http://schemas.microsoft.com/office/drawing/2014/main" id="{EF289679-D445-4579-0F80-FDC6BCD3BF54}"/>
              </a:ext>
            </a:extLst>
          </p:cNvPr>
          <p:cNvSpPr>
            <a:spLocks noGrp="1"/>
          </p:cNvSpPr>
          <p:nvPr userDrawn="1"/>
        </p:nvSpPr>
        <p:spPr>
          <a:xfrm>
            <a:off x="280416" y="1580974"/>
            <a:ext cx="11631168" cy="4361688"/>
          </a:xfrm>
          <a:prstGeom prst="roundRect">
            <a:avLst>
              <a:gd name="adj" fmla="val 2188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I_TITLE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416" y="356616"/>
            <a:ext cx="11631168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AI_ITEMS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17711" y="1748116"/>
            <a:ext cx="11287909" cy="4037479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0" name="AI_SUBTITLE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0416" y="1042416"/>
            <a:ext cx="11631168" cy="377190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145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mparison_2co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deco_left_panel"/>
          <p:cNvSpPr>
            <a:spLocks noGrp="1"/>
          </p:cNvSpPr>
          <p:nvPr/>
        </p:nvSpPr>
        <p:spPr>
          <a:xfrm>
            <a:off x="268224" y="1580706"/>
            <a:ext cx="5657088" cy="4491990"/>
          </a:xfrm>
          <a:prstGeom prst="roundRect">
            <a:avLst>
              <a:gd name="adj" fmla="val 2255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deco_right_panel"/>
          <p:cNvSpPr>
            <a:spLocks noGrp="1"/>
          </p:cNvSpPr>
          <p:nvPr/>
        </p:nvSpPr>
        <p:spPr>
          <a:xfrm>
            <a:off x="6266688" y="1580706"/>
            <a:ext cx="5657088" cy="4491990"/>
          </a:xfrm>
          <a:prstGeom prst="roundRect">
            <a:avLst>
              <a:gd name="adj" fmla="val 1806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 dirty="0"/>
          </a:p>
        </p:txBody>
      </p:sp>
      <p:sp>
        <p:nvSpPr>
          <p:cNvPr id="205" name="deco_left_badge"/>
          <p:cNvSpPr>
            <a:spLocks noGrp="1"/>
          </p:cNvSpPr>
          <p:nvPr/>
        </p:nvSpPr>
        <p:spPr>
          <a:xfrm>
            <a:off x="963535" y="1853686"/>
            <a:ext cx="534924" cy="534924"/>
          </a:xfrm>
          <a:prstGeom prst="ellipse">
            <a:avLst/>
          </a:prstGeom>
          <a:solidFill>
            <a:srgbClr val="19191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6" name="deco_right_badge"/>
          <p:cNvSpPr>
            <a:spLocks noGrp="1"/>
          </p:cNvSpPr>
          <p:nvPr/>
        </p:nvSpPr>
        <p:spPr>
          <a:xfrm>
            <a:off x="7181455" y="1853686"/>
            <a:ext cx="534924" cy="534924"/>
          </a:xfrm>
          <a:prstGeom prst="ellipse">
            <a:avLst/>
          </a:prstGeom>
          <a:solidFill>
            <a:srgbClr val="19191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7" name="deco_divider"/>
          <p:cNvSpPr>
            <a:spLocks noGrp="1"/>
          </p:cNvSpPr>
          <p:nvPr/>
        </p:nvSpPr>
        <p:spPr>
          <a:xfrm>
            <a:off x="6085064" y="1731315"/>
            <a:ext cx="24384" cy="4149090"/>
          </a:xfrm>
          <a:prstGeom prst="rect">
            <a:avLst/>
          </a:prstGeom>
          <a:solidFill>
            <a:srgbClr val="D9D9D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AI_LEFT_TITLE"/>
          <p:cNvSpPr>
            <a:spLocks noGrp="1"/>
          </p:cNvSpPr>
          <p:nvPr>
            <p:ph type="body" idx="1"/>
          </p:nvPr>
        </p:nvSpPr>
        <p:spPr>
          <a:xfrm>
            <a:off x="1597519" y="1932553"/>
            <a:ext cx="3657600" cy="37719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>
              <a:lnSpc>
                <a:spcPct val="100000"/>
              </a:lnSpc>
              <a:buNone/>
              <a:defRPr sz="1600" b="1">
                <a:solidFill>
                  <a:srgbClr val="191919"/>
                </a:solidFill>
              </a:defRPr>
            </a:lvl1pPr>
          </a:lstStyle>
          <a:p>
            <a:pPr lvl="0" algn="l"/>
            <a:endParaRPr lang="en-US" dirty="0"/>
          </a:p>
        </p:txBody>
      </p:sp>
      <p:sp>
        <p:nvSpPr>
          <p:cNvPr id="5" name="AI_RIGHT_TITLE"/>
          <p:cNvSpPr>
            <a:spLocks noGrp="1"/>
          </p:cNvSpPr>
          <p:nvPr>
            <p:ph type="body" sz="quarter" idx="3"/>
          </p:nvPr>
        </p:nvSpPr>
        <p:spPr>
          <a:xfrm>
            <a:off x="7815439" y="1932553"/>
            <a:ext cx="3657600" cy="377190"/>
          </a:xfrm>
          <a:noFill/>
          <a:ln>
            <a:noFill/>
          </a:ln>
        </p:spPr>
        <p:txBody>
          <a:bodyPr wrap="square" lIns="73152" tIns="36576" rIns="73152" bIns="0" anchor="ctr"/>
          <a:lstStyle>
            <a:lvl1pPr>
              <a:lnSpc>
                <a:spcPct val="100000"/>
              </a:lnSpc>
              <a:buNone/>
              <a:defRPr sz="1600" b="1">
                <a:solidFill>
                  <a:srgbClr val="191919"/>
                </a:solidFill>
              </a:defRPr>
            </a:lvl1pPr>
          </a:lstStyle>
          <a:p>
            <a:pPr lvl="0" algn="l"/>
            <a:endParaRPr lang="en-US" dirty="0"/>
          </a:p>
        </p:txBody>
      </p:sp>
      <p:sp>
        <p:nvSpPr>
          <p:cNvPr id="10" name="AI_TITLE">
            <a:extLst>
              <a:ext uri="{FF2B5EF4-FFF2-40B4-BE49-F238E27FC236}">
                <a16:creationId xmlns:a16="http://schemas.microsoft.com/office/drawing/2014/main" id="{742611C5-3334-7E2B-59D2-B8B82948377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24" y="356616"/>
            <a:ext cx="11655552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11" name="日付プレースホルダー 10">
            <a:extLst>
              <a:ext uri="{FF2B5EF4-FFF2-40B4-BE49-F238E27FC236}">
                <a16:creationId xmlns:a16="http://schemas.microsoft.com/office/drawing/2014/main" id="{873B0EB2-52CE-9FBE-5229-B24CF5D71D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12" name="フッター プレースホルダー 11">
            <a:extLst>
              <a:ext uri="{FF2B5EF4-FFF2-40B4-BE49-F238E27FC236}">
                <a16:creationId xmlns:a16="http://schemas.microsoft.com/office/drawing/2014/main" id="{2A7F14D4-BBB3-0D79-5D1A-8E0282780A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3" name="スライド番号プレースホルダー 12">
            <a:extLst>
              <a:ext uri="{FF2B5EF4-FFF2-40B4-BE49-F238E27FC236}">
                <a16:creationId xmlns:a16="http://schemas.microsoft.com/office/drawing/2014/main" id="{F8DE6177-18F6-D7A0-7D6F-64E793AF85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5" name="AI_LEFT_DESCRIPTION">
            <a:extLst>
              <a:ext uri="{FF2B5EF4-FFF2-40B4-BE49-F238E27FC236}">
                <a16:creationId xmlns:a16="http://schemas.microsoft.com/office/drawing/2014/main" id="{05A5F16C-5213-8739-D5CC-71F95A8DD83A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70560" y="2599427"/>
            <a:ext cx="4754880" cy="627859"/>
          </a:xfrm>
        </p:spPr>
        <p:txBody>
          <a:bodyPr anchor="ctr"/>
          <a:lstStyle>
            <a:lvl1pPr algn="ctr">
              <a:lnSpc>
                <a:spcPct val="100000"/>
              </a:lnSpc>
              <a:buNone/>
              <a:defRPr sz="1600">
                <a:solidFill>
                  <a:srgbClr val="666666"/>
                </a:solidFill>
              </a:defRPr>
            </a:lvl1pPr>
            <a:lvl2pPr algn="ctr">
              <a:defRPr sz="1600"/>
            </a:lvl2pPr>
            <a:lvl3pPr algn="ctr">
              <a:defRPr sz="1600"/>
            </a:lvl3pPr>
            <a:lvl4pPr algn="ctr">
              <a:defRPr sz="1600"/>
            </a:lvl4pPr>
            <a:lvl5pPr algn="ctr">
              <a:defRPr sz="16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AI_RIGHT_DESCRIPTION">
            <a:extLst>
              <a:ext uri="{FF2B5EF4-FFF2-40B4-BE49-F238E27FC236}">
                <a16:creationId xmlns:a16="http://schemas.microsoft.com/office/drawing/2014/main" id="{7736F04F-6D87-D6E7-D993-8E4670208CB6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888480" y="2599427"/>
            <a:ext cx="4754880" cy="608934"/>
          </a:xfrm>
        </p:spPr>
        <p:txBody>
          <a:bodyPr anchor="ctr"/>
          <a:lstStyle>
            <a:lvl1pPr algn="ctr">
              <a:lnSpc>
                <a:spcPct val="100000"/>
              </a:lnSpc>
              <a:buNone/>
              <a:defRPr sz="1600">
                <a:solidFill>
                  <a:srgbClr val="666666"/>
                </a:solidFill>
              </a:defRPr>
            </a:lvl1pPr>
            <a:lvl2pPr algn="ctr">
              <a:defRPr sz="1600"/>
            </a:lvl2pPr>
            <a:lvl3pPr algn="ctr">
              <a:defRPr sz="1600"/>
            </a:lvl3pPr>
            <a:lvl4pPr algn="ctr">
              <a:defRPr sz="1600"/>
            </a:lvl4pPr>
            <a:lvl5pPr algn="ctr">
              <a:defRPr sz="16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8" name="AI_SUBTITLE">
            <a:extLst>
              <a:ext uri="{FF2B5EF4-FFF2-40B4-BE49-F238E27FC236}">
                <a16:creationId xmlns:a16="http://schemas.microsoft.com/office/drawing/2014/main" id="{05A5F16C-5213-8739-D5CC-71F95A8DD83A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268224" y="1042416"/>
            <a:ext cx="11655552" cy="342900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1400">
                <a:solidFill>
                  <a:srgbClr val="666666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9" name="AI_LEFT_BULLETS">
            <a:extLst>
              <a:ext uri="{FF2B5EF4-FFF2-40B4-BE49-F238E27FC236}">
                <a16:creationId xmlns:a16="http://schemas.microsoft.com/office/drawing/2014/main" id="{05A5F16C-5213-8739-D5CC-71F95A8DD83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670560" y="3379912"/>
            <a:ext cx="4754880" cy="1954530"/>
          </a:xfrm>
        </p:spPr>
        <p:txBody>
          <a:bodyPr/>
          <a:lstStyle>
            <a:lvl1pPr>
              <a:defRPr sz="1400">
                <a:solidFill>
                  <a:srgbClr val="666666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20" name="AI_RIGHT_BULLETS">
            <a:extLst>
              <a:ext uri="{FF2B5EF4-FFF2-40B4-BE49-F238E27FC236}">
                <a16:creationId xmlns:a16="http://schemas.microsoft.com/office/drawing/2014/main" id="{7736F04F-6D87-D6E7-D993-8E4670208CB6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6888480" y="3379912"/>
            <a:ext cx="4754880" cy="1954530"/>
          </a:xfrm>
        </p:spPr>
        <p:txBody>
          <a:bodyPr/>
          <a:lstStyle>
            <a:lvl1pPr>
              <a:defRPr sz="1400">
                <a:solidFill>
                  <a:srgbClr val="666666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21" name="AI_LEFT_ICON"/>
          <p:cNvSpPr>
            <a:spLocks noGrp="1"/>
          </p:cNvSpPr>
          <p:nvPr>
            <p:ph type="pic" idx="15"/>
          </p:nvPr>
        </p:nvSpPr>
        <p:spPr>
          <a:xfrm>
            <a:off x="1107553" y="1997704"/>
            <a:ext cx="246888" cy="246888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22" name="AI_RIGHT_ICON"/>
          <p:cNvSpPr>
            <a:spLocks noGrp="1"/>
          </p:cNvSpPr>
          <p:nvPr>
            <p:ph type="pic" idx="16"/>
          </p:nvPr>
        </p:nvSpPr>
        <p:spPr>
          <a:xfrm>
            <a:off x="7325473" y="1997704"/>
            <a:ext cx="246888" cy="246888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able_basic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content_panel"/>
          <p:cNvSpPr>
            <a:spLocks noGrp="1"/>
          </p:cNvSpPr>
          <p:nvPr/>
        </p:nvSpPr>
        <p:spPr>
          <a:xfrm>
            <a:off x="280416" y="1580972"/>
            <a:ext cx="11631168" cy="3675888"/>
          </a:xfrm>
          <a:prstGeom prst="roundRect">
            <a:avLst>
              <a:gd name="adj" fmla="val 1756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I_TITLE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416" y="356616"/>
            <a:ext cx="11631168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AI_TABLE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tbl" sz="quarter" idx="13"/>
          </p:nvPr>
        </p:nvSpPr>
        <p:spPr>
          <a:xfrm>
            <a:off x="426720" y="1704419"/>
            <a:ext cx="11338560" cy="342900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0" name="AI_SUBTITLE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0416" y="1042416"/>
            <a:ext cx="11631168" cy="377190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145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AI_CAPTION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6720" y="5423201"/>
            <a:ext cx="11338560" cy="377190"/>
          </a:xfrm>
        </p:spPr>
        <p:txBody>
          <a:bodyPr/>
          <a:lstStyle>
            <a:lvl1pPr>
              <a:buNone/>
              <a:defRPr sz="125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rt_basic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content_panel"/>
          <p:cNvSpPr>
            <a:spLocks noGrp="1"/>
          </p:cNvSpPr>
          <p:nvPr/>
        </p:nvSpPr>
        <p:spPr>
          <a:xfrm>
            <a:off x="280416" y="1587698"/>
            <a:ext cx="11631168" cy="3675888"/>
          </a:xfrm>
          <a:prstGeom prst="roundRect">
            <a:avLst>
              <a:gd name="adj" fmla="val 4500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AI_TITLE">
            <a:extLst>
              <a:ext uri="{FF2B5EF4-FFF2-40B4-BE49-F238E27FC236}">
                <a16:creationId xmlns:a16="http://schemas.microsoft.com/office/drawing/2014/main" id="{11DAA64B-18C1-17A1-691C-30AB57B5A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80416" y="356616"/>
            <a:ext cx="11631168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AI_CHART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chart" sz="quarter" idx="13"/>
          </p:nvPr>
        </p:nvSpPr>
        <p:spPr>
          <a:xfrm>
            <a:off x="467063" y="1738038"/>
            <a:ext cx="11338560" cy="3429000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0" name="AI_SUBTITLE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80416" y="1042416"/>
            <a:ext cx="11631168" cy="377190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145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1" name="AI_CAPTION">
            <a:extLst>
              <a:ext uri="{FF2B5EF4-FFF2-40B4-BE49-F238E27FC236}">
                <a16:creationId xmlns:a16="http://schemas.microsoft.com/office/drawing/2014/main" id="{9972CBED-8C1F-F962-DF1D-46CEC7DCCBC5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426720" y="5456819"/>
            <a:ext cx="11338560" cy="377190"/>
          </a:xfrm>
        </p:spPr>
        <p:txBody>
          <a:bodyPr/>
          <a:lstStyle>
            <a:lvl1pPr>
              <a:buNone/>
              <a:defRPr sz="125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ppendix_backup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deco_body_panel"/>
          <p:cNvSpPr>
            <a:spLocks noGrp="1"/>
          </p:cNvSpPr>
          <p:nvPr/>
        </p:nvSpPr>
        <p:spPr>
          <a:xfrm>
            <a:off x="268224" y="1580706"/>
            <a:ext cx="5547360" cy="4457700"/>
          </a:xfrm>
          <a:prstGeom prst="roundRect">
            <a:avLst>
              <a:gd name="adj" fmla="val 4500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deco_refs_panel"/>
          <p:cNvSpPr>
            <a:spLocks noGrp="1"/>
          </p:cNvSpPr>
          <p:nvPr/>
        </p:nvSpPr>
        <p:spPr>
          <a:xfrm>
            <a:off x="6096000" y="1580706"/>
            <a:ext cx="5827776" cy="4457700"/>
          </a:xfrm>
          <a:prstGeom prst="roundRect">
            <a:avLst>
              <a:gd name="adj" fmla="val 4500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deco_col_divider"/>
          <p:cNvSpPr>
            <a:spLocks noGrp="1"/>
          </p:cNvSpPr>
          <p:nvPr/>
        </p:nvSpPr>
        <p:spPr>
          <a:xfrm>
            <a:off x="5949696" y="1895369"/>
            <a:ext cx="24384" cy="3840480"/>
          </a:xfrm>
          <a:prstGeom prst="rect">
            <a:avLst/>
          </a:prstGeom>
          <a:solidFill>
            <a:srgbClr val="D9D9D6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AI_TITLE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68224" y="356616"/>
            <a:ext cx="11655552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AI_BODY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26720" y="1758209"/>
            <a:ext cx="5242560" cy="2057400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rgbClr val="242424"/>
                </a:solidFill>
              </a:defRPr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AI_REFERENCES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6278880" y="1758209"/>
            <a:ext cx="5486400" cy="4114800"/>
          </a:xfrm>
        </p:spPr>
        <p:txBody>
          <a:bodyPr/>
          <a:lstStyle>
            <a:lvl1pPr>
              <a:defRPr sz="1400">
                <a:solidFill>
                  <a:srgbClr val="242424"/>
                </a:solidFill>
              </a:defRPr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AI_SUBTITLE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type="body" sz="quarter" idx="15"/>
          </p:nvPr>
        </p:nvSpPr>
        <p:spPr>
          <a:xfrm>
            <a:off x="268224" y="1042416"/>
            <a:ext cx="11655552" cy="342900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140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7" name="AI_ITEMS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6720" y="4049586"/>
            <a:ext cx="5242560" cy="1783080"/>
          </a:xfrm>
        </p:spPr>
        <p:txBody>
          <a:bodyPr/>
          <a:lstStyle>
            <a:lvl1pPr>
              <a:lnSpc>
                <a:spcPct val="100000"/>
              </a:lnSpc>
              <a:defRPr sz="1400"/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mage_caption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deco_media_panel"/>
          <p:cNvSpPr>
            <a:spLocks noGrp="1"/>
          </p:cNvSpPr>
          <p:nvPr/>
        </p:nvSpPr>
        <p:spPr>
          <a:xfrm>
            <a:off x="670560" y="2103799"/>
            <a:ext cx="4389120" cy="3223260"/>
          </a:xfrm>
          <a:prstGeom prst="roundRect">
            <a:avLst>
              <a:gd name="adj" fmla="val 4500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deco_caption_panel"/>
          <p:cNvSpPr>
            <a:spLocks noGrp="1"/>
          </p:cNvSpPr>
          <p:nvPr/>
        </p:nvSpPr>
        <p:spPr>
          <a:xfrm>
            <a:off x="5303520" y="1733998"/>
            <a:ext cx="5974080" cy="3223260"/>
          </a:xfrm>
          <a:prstGeom prst="roundRect">
            <a:avLst>
              <a:gd name="adj" fmla="val 4500"/>
            </a:avLst>
          </a:prstGeom>
          <a:solidFill>
            <a:srgbClr val="FFFFFF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3" name="AI_ICON"/>
          <p:cNvSpPr>
            <a:spLocks noGrp="1"/>
          </p:cNvSpPr>
          <p:nvPr>
            <p:ph type="pic" idx="1"/>
          </p:nvPr>
        </p:nvSpPr>
        <p:spPr>
          <a:xfrm>
            <a:off x="2110740" y="2961049"/>
            <a:ext cx="1508760" cy="1508760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4" name="AI_CAPTION"/>
          <p:cNvSpPr>
            <a:spLocks noGrp="1"/>
          </p:cNvSpPr>
          <p:nvPr>
            <p:ph type="body" sz="half" idx="2"/>
          </p:nvPr>
        </p:nvSpPr>
        <p:spPr>
          <a:xfrm>
            <a:off x="5547360" y="2214058"/>
            <a:ext cx="5486400" cy="2091690"/>
          </a:xfrm>
          <a:noFill/>
          <a:ln>
            <a:noFill/>
          </a:ln>
        </p:spPr>
        <p:txBody>
          <a:bodyPr wrap="square" lIns="0" tIns="36576" rIns="0" bIns="0" anchor="t"/>
          <a:lstStyle>
            <a:lvl1pPr>
              <a:defRPr sz="1250">
                <a:solidFill>
                  <a:srgbClr val="242424"/>
                </a:solidFill>
              </a:defRPr>
            </a:lvl1pPr>
          </a:lstStyle>
          <a:p>
            <a:pPr lvl="0" algn="l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AI_TITLE">
            <a:extLst>
              <a:ext uri="{FF2B5EF4-FFF2-40B4-BE49-F238E27FC236}">
                <a16:creationId xmlns:a16="http://schemas.microsoft.com/office/drawing/2014/main" id="{3E4DDDEC-1DB2-EF3B-AA3A-651334DC953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70560" y="356616"/>
            <a:ext cx="10728960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AI_SUBTITLE"/>
          <p:cNvSpPr>
            <a:spLocks noGrp="1"/>
          </p:cNvSpPr>
          <p:nvPr>
            <p:ph type="body" sz="half" idx="13" hasCustomPrompt="1"/>
          </p:nvPr>
        </p:nvSpPr>
        <p:spPr>
          <a:xfrm>
            <a:off x="670560" y="1042416"/>
            <a:ext cx="10728960" cy="342900"/>
          </a:xfrm>
          <a:noFill/>
          <a:ln>
            <a:noFill/>
          </a:ln>
        </p:spPr>
        <p:txBody>
          <a:bodyPr wrap="square" lIns="0" tIns="36576" rIns="0" bIns="0" anchor="ctr"/>
          <a:lstStyle>
            <a:lvl1pPr>
              <a:lnSpc>
                <a:spcPct val="100000"/>
              </a:lnSpc>
              <a:buNone/>
              <a:defRPr sz="1400">
                <a:solidFill>
                  <a:srgbClr val="666666"/>
                </a:solidFill>
              </a:defRPr>
            </a:lvl1pPr>
          </a:lstStyle>
          <a:p>
            <a:pPr lvl="0" algn="l"/>
            <a:r>
              <a:rPr lang="en-US" dirty="0"/>
              <a:t>Click to edit Master text styles</a:t>
            </a:r>
          </a:p>
        </p:txBody>
      </p:sp>
      <p:sp>
        <p:nvSpPr>
          <p:cNvPr id="10" name="AI_ATTRIBUTION"/>
          <p:cNvSpPr>
            <a:spLocks noGrp="1"/>
          </p:cNvSpPr>
          <p:nvPr>
            <p:ph type="body" sz="half" idx="14"/>
          </p:nvPr>
        </p:nvSpPr>
        <p:spPr>
          <a:xfrm>
            <a:off x="5547360" y="4785808"/>
            <a:ext cx="5486400" cy="377190"/>
          </a:xfrm>
          <a:noFill/>
          <a:ln>
            <a:noFill/>
          </a:ln>
        </p:spPr>
        <p:txBody>
          <a:bodyPr wrap="square" lIns="0" tIns="36576" rIns="0" bIns="0" anchor="t"/>
          <a:lstStyle>
            <a:lvl1pPr>
              <a:defRPr sz="1150">
                <a:solidFill>
                  <a:srgbClr val="666666"/>
                </a:solidFill>
              </a:defRPr>
            </a:lvl1pPr>
          </a:lstStyle>
          <a:p>
            <a:pPr lvl="0" algn="l"/>
            <a:r>
              <a:rPr lang="en-US"/>
              <a:t>Click to edit Master text styles</a:t>
            </a:r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losing_end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AI_SUBTITLE"/>
          <p:cNvSpPr>
            <a:spLocks noGrp="1"/>
          </p:cNvSpPr>
          <p:nvPr>
            <p:ph type="subTitle" idx="1" hasCustomPrompt="1"/>
          </p:nvPr>
        </p:nvSpPr>
        <p:spPr>
          <a:xfrm>
            <a:off x="731520" y="2846070"/>
            <a:ext cx="9044492" cy="48006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1900">
                <a:solidFill>
                  <a:srgbClr val="242424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7" name="AI_TITLE">
            <a:extLst>
              <a:ext uri="{FF2B5EF4-FFF2-40B4-BE49-F238E27FC236}">
                <a16:creationId xmlns:a16="http://schemas.microsoft.com/office/drawing/2014/main" id="{C72B98BA-869D-3750-C4A0-0819554AC7D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31520" y="1817370"/>
            <a:ext cx="9044492" cy="822960"/>
          </a:xfrm>
        </p:spPr>
        <p:txBody>
          <a:bodyPr/>
          <a:lstStyle>
            <a:lvl1pPr>
              <a:defRPr sz="46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8" name="日付プレースホルダー 7">
            <a:extLst>
              <a:ext uri="{FF2B5EF4-FFF2-40B4-BE49-F238E27FC236}">
                <a16:creationId xmlns:a16="http://schemas.microsoft.com/office/drawing/2014/main" id="{075B6510-E118-0470-C854-7A1786F3A53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9" name="フッター プレースホルダー 8">
            <a:extLst>
              <a:ext uri="{FF2B5EF4-FFF2-40B4-BE49-F238E27FC236}">
                <a16:creationId xmlns:a16="http://schemas.microsoft.com/office/drawing/2014/main" id="{3AD7D4C5-CFA3-A26C-9B40-00CB703ED4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0" name="スライド番号プレースホルダー 9">
            <a:extLst>
              <a:ext uri="{FF2B5EF4-FFF2-40B4-BE49-F238E27FC236}">
                <a16:creationId xmlns:a16="http://schemas.microsoft.com/office/drawing/2014/main" id="{2001425E-CEBA-0160-3EC6-DCDB087204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205" name="AI_MESSAGE"/>
          <p:cNvSpPr>
            <a:spLocks noGrp="1"/>
          </p:cNvSpPr>
          <p:nvPr>
            <p:ph type="body" idx="13" hasCustomPrompt="1"/>
          </p:nvPr>
        </p:nvSpPr>
        <p:spPr>
          <a:xfrm>
            <a:off x="731520" y="3806190"/>
            <a:ext cx="9044492" cy="82296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2000">
                <a:solidFill>
                  <a:srgbClr val="242424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206" name="AI_CONTACT"/>
          <p:cNvSpPr>
            <a:spLocks noGrp="1"/>
          </p:cNvSpPr>
          <p:nvPr>
            <p:ph type="body" idx="14" hasCustomPrompt="1"/>
          </p:nvPr>
        </p:nvSpPr>
        <p:spPr>
          <a:xfrm>
            <a:off x="731520" y="5520690"/>
            <a:ext cx="9044492" cy="30861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1400">
                <a:solidFill>
                  <a:srgbClr val="666666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207" name="AI_CTA"/>
          <p:cNvSpPr>
            <a:spLocks noGrp="1"/>
          </p:cNvSpPr>
          <p:nvPr>
            <p:ph type="body" idx="15" hasCustomPrompt="1"/>
          </p:nvPr>
        </p:nvSpPr>
        <p:spPr>
          <a:xfrm>
            <a:off x="731520" y="4903470"/>
            <a:ext cx="9044492" cy="308610"/>
          </a:xfrm>
          <a:noFill/>
          <a:ln>
            <a:noFill/>
          </a:ln>
        </p:spPr>
        <p:txBody>
          <a:bodyPr wrap="square" lIns="0" tIns="0" rIns="0" bIns="0" anchor="t"/>
          <a:lstStyle>
            <a:lvl1pPr>
              <a:buNone/>
              <a:defRPr sz="1400" b="1">
                <a:solidFill>
                  <a:srgbClr val="191919"/>
                </a:solidFill>
              </a:defRPr>
            </a:lvl1pPr>
          </a:lstStyle>
          <a:p>
            <a:pPr algn="l"/>
            <a:r>
              <a:rPr lang="en-US" dirty="0"/>
              <a:t>Click to edit Master subtitle style</a:t>
            </a:r>
          </a:p>
        </p:txBody>
      </p:sp>
      <p:sp>
        <p:nvSpPr>
          <p:cNvPr id="2" name="deco_footer_line">
            <a:extLst>
              <a:ext uri="{FF2B5EF4-FFF2-40B4-BE49-F238E27FC236}">
                <a16:creationId xmlns:a16="http://schemas.microsoft.com/office/drawing/2014/main" id="{A6FA330A-6720-2BED-B134-F0AEC6514449}"/>
              </a:ext>
            </a:extLst>
          </p:cNvPr>
          <p:cNvSpPr>
            <a:spLocks noGrp="1"/>
          </p:cNvSpPr>
          <p:nvPr userDrawn="1"/>
        </p:nvSpPr>
        <p:spPr>
          <a:xfrm>
            <a:off x="555874" y="5946621"/>
            <a:ext cx="11082025" cy="41563"/>
          </a:xfrm>
          <a:prstGeom prst="rect">
            <a:avLst/>
          </a:prstGeom>
          <a:solidFill>
            <a:srgbClr val="D9D9D6"/>
          </a:solidFill>
          <a:ln>
            <a:noFill/>
          </a:ln>
        </p:spPr>
        <p:txBody>
          <a:bodyPr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hree_cards_vertical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deco_h_card1_bg"/>
          <p:cNvSpPr>
            <a:spLocks noGrp="1"/>
          </p:cNvSpPr>
          <p:nvPr/>
        </p:nvSpPr>
        <p:spPr>
          <a:xfrm>
            <a:off x="365760" y="1680210"/>
            <a:ext cx="3474720" cy="3874770"/>
          </a:xfrm>
          <a:prstGeom prst="roundRect">
            <a:avLst>
              <a:gd name="adj" fmla="val 4500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1" name="deco_h_card1_badge"/>
          <p:cNvSpPr>
            <a:spLocks noGrp="1"/>
          </p:cNvSpPr>
          <p:nvPr/>
        </p:nvSpPr>
        <p:spPr>
          <a:xfrm>
            <a:off x="1767078" y="2057400"/>
            <a:ext cx="672084" cy="672084"/>
          </a:xfrm>
          <a:prstGeom prst="ellipse">
            <a:avLst/>
          </a:prstGeom>
          <a:solidFill>
            <a:srgbClr val="19191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2" name="deco_h_card2_bg"/>
          <p:cNvSpPr>
            <a:spLocks noGrp="1"/>
          </p:cNvSpPr>
          <p:nvPr/>
        </p:nvSpPr>
        <p:spPr>
          <a:xfrm>
            <a:off x="4364736" y="1680210"/>
            <a:ext cx="3474720" cy="3874770"/>
          </a:xfrm>
          <a:prstGeom prst="roundRect">
            <a:avLst>
              <a:gd name="adj" fmla="val 4500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3" name="deco_h_card2_badge"/>
          <p:cNvSpPr>
            <a:spLocks noGrp="1"/>
          </p:cNvSpPr>
          <p:nvPr/>
        </p:nvSpPr>
        <p:spPr>
          <a:xfrm>
            <a:off x="5766054" y="2057400"/>
            <a:ext cx="672084" cy="672084"/>
          </a:xfrm>
          <a:prstGeom prst="ellipse">
            <a:avLst/>
          </a:prstGeom>
          <a:solidFill>
            <a:srgbClr val="19191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4" name="deco_h_card3_bg"/>
          <p:cNvSpPr>
            <a:spLocks noGrp="1"/>
          </p:cNvSpPr>
          <p:nvPr/>
        </p:nvSpPr>
        <p:spPr>
          <a:xfrm>
            <a:off x="8351520" y="1680210"/>
            <a:ext cx="3474720" cy="3874770"/>
          </a:xfrm>
          <a:prstGeom prst="roundRect">
            <a:avLst>
              <a:gd name="adj" fmla="val 4500"/>
            </a:avLst>
          </a:prstGeom>
          <a:solidFill>
            <a:srgbClr val="F7F7F5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205" name="deco_h_card3_badge"/>
          <p:cNvSpPr>
            <a:spLocks noGrp="1"/>
          </p:cNvSpPr>
          <p:nvPr/>
        </p:nvSpPr>
        <p:spPr>
          <a:xfrm>
            <a:off x="9752838" y="2057400"/>
            <a:ext cx="672084" cy="672084"/>
          </a:xfrm>
          <a:prstGeom prst="ellipse">
            <a:avLst/>
          </a:prstGeom>
          <a:solidFill>
            <a:srgbClr val="191919"/>
          </a:solidFill>
          <a:ln>
            <a:noFill/>
          </a:ln>
        </p:spPr>
        <p:txBody>
          <a:bodyPr/>
          <a:lstStyle/>
          <a:p>
            <a:endParaRPr/>
          </a:p>
        </p:txBody>
      </p:sp>
      <p:sp>
        <p:nvSpPr>
          <p:cNvPr id="8" name="AI_TITLE">
            <a:extLst>
              <a:ext uri="{FF2B5EF4-FFF2-40B4-BE49-F238E27FC236}">
                <a16:creationId xmlns:a16="http://schemas.microsoft.com/office/drawing/2014/main" id="{8A4D2959-DC66-A124-52B8-8E8467A7D32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5760" y="356616"/>
            <a:ext cx="11460480" cy="617220"/>
          </a:xfrm>
        </p:spPr>
        <p:txBody>
          <a:bodyPr/>
          <a:lstStyle>
            <a:lvl1pPr>
              <a:defRPr sz="3200" b="1">
                <a:solidFill>
                  <a:srgbClr val="191919"/>
                </a:solidFill>
              </a:defRPr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9" name="日付プレースホルダー 8">
            <a:extLst>
              <a:ext uri="{FF2B5EF4-FFF2-40B4-BE49-F238E27FC236}">
                <a16:creationId xmlns:a16="http://schemas.microsoft.com/office/drawing/2014/main" id="{AC78EFE3-FFBC-52AC-793F-A5AC5CEFBA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10" name="フッター プレースホルダー 9">
            <a:extLst>
              <a:ext uri="{FF2B5EF4-FFF2-40B4-BE49-F238E27FC236}">
                <a16:creationId xmlns:a16="http://schemas.microsoft.com/office/drawing/2014/main" id="{2885C4CB-8898-EE25-076E-20BC39DFAA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11" name="スライド番号プレースホルダー 10">
            <a:extLst>
              <a:ext uri="{FF2B5EF4-FFF2-40B4-BE49-F238E27FC236}">
                <a16:creationId xmlns:a16="http://schemas.microsoft.com/office/drawing/2014/main" id="{79D36539-24EF-59E1-CB5B-33D4B26D74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3" name="AI_CARDS_1_DESCRIPTION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694944" y="3758184"/>
            <a:ext cx="2816352" cy="1405890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rgbClr val="666666"/>
                </a:solidFill>
              </a:defRPr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5" name="AI_CARDS_2_DESCRIPTION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693920" y="3758184"/>
            <a:ext cx="2816352" cy="1405890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rgbClr val="666666"/>
                </a:solidFill>
              </a:defRPr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6" name="AI_CARDS_3_DESCRIPTION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8680704" y="3758184"/>
            <a:ext cx="2816352" cy="1405890"/>
          </a:xfrm>
        </p:spPr>
        <p:txBody>
          <a:bodyPr/>
          <a:lstStyle>
            <a:lvl1pPr>
              <a:lnSpc>
                <a:spcPct val="100000"/>
              </a:lnSpc>
              <a:defRPr sz="1400">
                <a:solidFill>
                  <a:srgbClr val="666666"/>
                </a:solidFill>
              </a:defRPr>
            </a:lvl1pPr>
            <a:lvl2pPr>
              <a:lnSpc>
                <a:spcPct val="100000"/>
              </a:lnSpc>
              <a:defRPr sz="1400"/>
            </a:lvl2pPr>
            <a:lvl3pPr>
              <a:lnSpc>
                <a:spcPct val="100000"/>
              </a:lnSpc>
              <a:defRPr sz="1400"/>
            </a:lvl3pPr>
            <a:lvl4pPr>
              <a:lnSpc>
                <a:spcPct val="100000"/>
              </a:lnSpc>
              <a:defRPr sz="1400"/>
            </a:lvl4pPr>
            <a:lvl5pPr>
              <a:lnSpc>
                <a:spcPct val="100000"/>
              </a:lnSpc>
              <a:defRPr sz="1400"/>
            </a:lvl5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 dirty="0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 dirty="0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 dirty="0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 dirty="0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17" name="AI_SUBTITLE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type="body" sz="quarter" idx="19"/>
          </p:nvPr>
        </p:nvSpPr>
        <p:spPr>
          <a:xfrm>
            <a:off x="365760" y="1042416"/>
            <a:ext cx="11460480" cy="342900"/>
          </a:xfrm>
        </p:spPr>
        <p:txBody>
          <a:bodyPr anchor="ctr"/>
          <a:lstStyle>
            <a:lvl1pPr>
              <a:lnSpc>
                <a:spcPct val="100000"/>
              </a:lnSpc>
              <a:buNone/>
              <a:defRPr sz="1400">
                <a:solidFill>
                  <a:srgbClr val="666666"/>
                </a:solidFill>
              </a:defRPr>
            </a:lvl1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18" name="AI_CARDS_1_TITLE">
            <a:extLst>
              <a:ext uri="{FF2B5EF4-FFF2-40B4-BE49-F238E27FC236}">
                <a16:creationId xmlns:a16="http://schemas.microsoft.com/office/drawing/2014/main" id="{23D794FD-7998-B263-7A33-0D9A529D97EE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694944" y="3140964"/>
            <a:ext cx="2816352" cy="445770"/>
          </a:xfrm>
        </p:spPr>
        <p:txBody>
          <a:bodyPr anchor="ctr"/>
          <a:lstStyle>
            <a:lvl1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 algn="ctr"/>
            <a:r>
              <a:rPr kumimoji="1" lang="ja-JP" altLang="en-US"/>
              <a:t>マスター テキストの書式設定</a:t>
            </a:r>
          </a:p>
        </p:txBody>
      </p:sp>
      <p:sp>
        <p:nvSpPr>
          <p:cNvPr id="19" name="AI_CARDS_1_ICON"/>
          <p:cNvSpPr>
            <a:spLocks noGrp="1"/>
          </p:cNvSpPr>
          <p:nvPr>
            <p:ph type="pic" idx="16"/>
          </p:nvPr>
        </p:nvSpPr>
        <p:spPr>
          <a:xfrm>
            <a:off x="1945386" y="2235708"/>
            <a:ext cx="315468" cy="315468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20" name="AI_CARDS_2_TITLE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type="body" sz="quarter" idx="21"/>
          </p:nvPr>
        </p:nvSpPr>
        <p:spPr>
          <a:xfrm>
            <a:off x="4693920" y="3140964"/>
            <a:ext cx="2816352" cy="445770"/>
          </a:xfrm>
        </p:spPr>
        <p:txBody>
          <a:bodyPr anchor="ctr"/>
          <a:lstStyle>
            <a:lvl1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 algn="ctr"/>
            <a:r>
              <a:rPr kumimoji="1" lang="ja-JP" altLang="en-US"/>
              <a:t>マスター テキストの書式設定</a:t>
            </a:r>
          </a:p>
        </p:txBody>
      </p:sp>
      <p:sp>
        <p:nvSpPr>
          <p:cNvPr id="21" name="AI_CARDS_2_ICON"/>
          <p:cNvSpPr>
            <a:spLocks noGrp="1"/>
          </p:cNvSpPr>
          <p:nvPr>
            <p:ph type="pic" idx="17"/>
          </p:nvPr>
        </p:nvSpPr>
        <p:spPr>
          <a:xfrm>
            <a:off x="5944362" y="2235708"/>
            <a:ext cx="315468" cy="315468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  <p:sp>
        <p:nvSpPr>
          <p:cNvPr id="22" name="AI_CARDS_3_TITLE">
            <a:extLst>
              <a:ext uri="{FF2B5EF4-FFF2-40B4-BE49-F238E27FC236}">
                <a16:creationId xmlns:a16="http://schemas.microsoft.com/office/drawing/2014/main" id="{CE5D3923-D828-BFFF-25F1-02538CEB89C0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8680704" y="3140964"/>
            <a:ext cx="2816352" cy="445770"/>
          </a:xfrm>
        </p:spPr>
        <p:txBody>
          <a:bodyPr anchor="ctr"/>
          <a:lstStyle>
            <a:lvl1pPr algn="ctr">
              <a:lnSpc>
                <a:spcPct val="100000"/>
              </a:lnSpc>
              <a:buNone/>
              <a:defRPr sz="1650" b="1">
                <a:solidFill>
                  <a:srgbClr val="191919"/>
                </a:solidFill>
              </a:defRPr>
            </a:lvl1pPr>
            <a:lvl2pPr algn="ctr">
              <a:defRPr/>
            </a:lvl2pPr>
            <a:lvl3pPr algn="ctr">
              <a:defRPr/>
            </a:lvl3pPr>
            <a:lvl4pPr algn="ctr">
              <a:defRPr/>
            </a:lvl4pPr>
            <a:lvl5pPr algn="ctr">
              <a:defRPr/>
            </a:lvl5pPr>
          </a:lstStyle>
          <a:p>
            <a:pPr lvl="0" algn="ctr"/>
            <a:r>
              <a:rPr kumimoji="1" lang="ja-JP" altLang="en-US"/>
              <a:t>マスター テキストの書式設定</a:t>
            </a:r>
          </a:p>
        </p:txBody>
      </p:sp>
      <p:sp>
        <p:nvSpPr>
          <p:cNvPr id="23" name="AI_CARDS_3_ICON"/>
          <p:cNvSpPr>
            <a:spLocks noGrp="1"/>
          </p:cNvSpPr>
          <p:nvPr>
            <p:ph type="pic" idx="18"/>
          </p:nvPr>
        </p:nvSpPr>
        <p:spPr>
          <a:xfrm>
            <a:off x="9931146" y="2235708"/>
            <a:ext cx="315468" cy="315468"/>
          </a:xfrm>
          <a:noFill/>
          <a:ln>
            <a:noFill/>
          </a:ln>
        </p:spPr>
        <p:txBody>
          <a:bodyPr wrap="square" lIns="0" tIns="0" rIns="0" bIns="0"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algn="l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226423" y="218737"/>
            <a:ext cx="11730445" cy="645196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AI_MASTER_PLACEHOLDER_3"/>
          <p:cNvSpPr>
            <a:spLocks noGrp="1"/>
          </p:cNvSpPr>
          <p:nvPr>
            <p:ph type="body" idx="1"/>
          </p:nvPr>
        </p:nvSpPr>
        <p:spPr>
          <a:xfrm>
            <a:off x="226423" y="1095103"/>
            <a:ext cx="11730444" cy="503573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61108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6/11/26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65473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897292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457200" rtl="0" eaLnBrk="1" latinLnBrk="0" hangingPunct="1">
        <a:spcBef>
          <a:spcPct val="0"/>
        </a:spcBef>
        <a:buNone/>
        <a:defRPr sz="32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lnSpc>
          <a:spcPct val="150000"/>
        </a:lnSpc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–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lnSpc>
          <a:spcPct val="150000"/>
        </a:lnSpc>
        <a:spcBef>
          <a:spcPct val="20000"/>
        </a:spcBef>
        <a:buFont typeface="Arial"/>
        <a:buChar char="»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Meiryo UI (All)">
      <a:majorFont>
        <a:latin typeface="Meiryo UI"/>
        <a:ea typeface="Meiryo UI"/>
        <a:cs typeface="Meiryo UI"/>
      </a:majorFont>
      <a:minorFont>
        <a:latin typeface="Meiryo UI"/>
        <a:ea typeface="Meiryo UI"/>
        <a:cs typeface="Meiryo UI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/>
  <PresentationFormat/>
  <Paragraphs>0</Paragraphs>
  <Slides>0</Slides>
  <Notes>0</Notes>
  <HiddenSlides>0</HiddenSlides>
  <MMClips>0</MMClips>
  <ScaleCrop>false</ScaleCrop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/>
  <cp:revision>1</cp:revision>
  <cp:category/>
</cp:coreProperties>
</file>