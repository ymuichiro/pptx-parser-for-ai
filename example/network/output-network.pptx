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Architecture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DDDD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Service Topology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Service Topology Diagram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0" y="1234440"/>
            <a:ext cx="0" cy="102870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0" y="2263140"/>
            <a:ext cx="0" cy="102870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3291840"/>
            <a:ext cx="0" cy="102870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77640" y="914400"/>
            <a:ext cx="1188720" cy="640080"/>
          </a:xfrm>
          <a:prstGeom prst="roundRect">
            <a:avLst/>
          </a:prstGeom>
          <a:solidFill>
            <a:srgbClr val="2222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77640" y="91440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Edge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977640" y="1943100"/>
            <a:ext cx="1188720" cy="64008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77640" y="194310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App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977640" y="2971800"/>
            <a:ext cx="1188720" cy="640080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77640" y="297180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Worker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977640" y="4000500"/>
            <a:ext cx="1188720" cy="640080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77640" y="400050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DB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Request Lifecycle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3977640" cy="1794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 Receive request at edge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 Authorize via gateway policy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 Dispatch to app and worker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4. Persist result and return response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2846070"/>
            <a:ext cx="3977640" cy="1794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Ingress is restricted to TLS 1.3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Application tier is isolated from data tier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Worker-to-DB communication uses least privilege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914400"/>
          <a:ext cx="3977640" cy="3726180"/>
        </p:xfrm>
        <a:graphic>
          <a:graphicData uri="http://schemas.openxmlformats.org/drawingml/2006/table">
            <a:tbl>
              <a:tblPr/>
              <a:tblGrid>
                <a:gridCol w="1325880"/>
                <a:gridCol w="1325880"/>
                <a:gridCol w="1325880"/>
              </a:tblGrid>
              <a:tr h="9315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Step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SLO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Owner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</a:tr>
              <a:tr h="9315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Ingress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&lt;50ms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Platform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</a:tr>
              <a:tr h="9315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Business logic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&lt;120ms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Application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</a:tr>
              <a:tr h="9315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Persistence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&lt;80ms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Data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 Architecture</dc:title>
  <dc:subject>System Architecture</dc:subject>
  <dc:creator>Architecture Guild</dc:creator>
  <cp:lastModifiedBy>Architecture Guild</cp:lastModifiedBy>
  <cp:revision>1</cp:revision>
  <dcterms:created xsi:type="dcterms:W3CDTF">2026-02-16T00:59:22Z</dcterms:created>
  <dcterms:modified xsi:type="dcterms:W3CDTF">2026-02-16T00:59:22Z</dcterms:modified>
</cp:coreProperties>
</file>