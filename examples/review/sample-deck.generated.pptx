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77"/>
  </p:normalViewPr>
  <p:slideViewPr>
    <p:cSldViewPr snapToGrid="0" snapToObjects="1">
      <p:cViewPr varScale="1">
        <p:scale>
          <a:sx n="146" d="100"/>
          <a:sy n="146" d="100"/>
        </p:scale>
        <p:origin x="184" y="18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top_bar"/>
          <p:cNvSpPr>
            <a:spLocks noGrp="1"/>
          </p:cNvSpPr>
          <p:nvPr/>
        </p:nvSpPr>
        <p:spPr>
          <a:xfrm>
            <a:off x="0" y="0"/>
            <a:ext cx="12192000" cy="188595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accent_line"/>
          <p:cNvSpPr>
            <a:spLocks noGrp="1"/>
          </p:cNvSpPr>
          <p:nvPr/>
        </p:nvSpPr>
        <p:spPr>
          <a:xfrm>
            <a:off x="0" y="1831086"/>
            <a:ext cx="12192000" cy="109728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footer_bar"/>
          <p:cNvSpPr>
            <a:spLocks noGrp="1"/>
          </p:cNvSpPr>
          <p:nvPr/>
        </p:nvSpPr>
        <p:spPr>
          <a:xfrm>
            <a:off x="0" y="5966460"/>
            <a:ext cx="12192000" cy="8915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" y="3884023"/>
            <a:ext cx="77724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 algn="ctr">
              <a:buNone/>
              <a:defRPr sz="1800">
                <a:solidFill>
                  <a:srgbClr val="44444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2376170"/>
            <a:ext cx="11290663" cy="1143000"/>
          </a:xfrm>
        </p:spPr>
        <p:txBody>
          <a:bodyPr/>
          <a:lstStyle>
            <a:lvl1pPr>
              <a:defRPr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2" y="1114425"/>
            <a:ext cx="11730445" cy="499899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accent_bar"/>
          <p:cNvSpPr>
            <a:spLocks noGrp="1"/>
          </p:cNvSpPr>
          <p:nvPr/>
        </p:nvSpPr>
        <p:spPr>
          <a:xfrm>
            <a:off x="499872" y="5349240"/>
            <a:ext cx="2438400" cy="68580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1" y="2333898"/>
            <a:ext cx="82296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defRPr sz="2000">
                <a:solidFill>
                  <a:srgbClr val="E8F2FB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4E21F2C5-D692-C035-AB8E-E7F5E2278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1" y="1411812"/>
            <a:ext cx="11175274" cy="645196"/>
          </a:xfrm>
        </p:spPr>
        <p:txBody>
          <a:bodyPr/>
          <a:lstStyle>
            <a:lvl1pPr>
              <a:defRPr sz="3600" b="1">
                <a:solidFill>
                  <a:srgbClr val="FFFFFF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7D32573A-B4BF-D855-B118-082963284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516884CF-46E6-857C-323C-6CEAC63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0805F50-61D4-6BF5-5910-DB5ACA39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3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18056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comparison_2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left_panel"/>
          <p:cNvSpPr>
            <a:spLocks noGrp="1"/>
          </p:cNvSpPr>
          <p:nvPr/>
        </p:nvSpPr>
        <p:spPr>
          <a:xfrm>
            <a:off x="268224" y="857250"/>
            <a:ext cx="5657088" cy="526694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right_panel"/>
          <p:cNvSpPr>
            <a:spLocks noGrp="1"/>
          </p:cNvSpPr>
          <p:nvPr/>
        </p:nvSpPr>
        <p:spPr>
          <a:xfrm>
            <a:off x="6266688" y="857250"/>
            <a:ext cx="5657088" cy="526694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left_accent"/>
          <p:cNvSpPr>
            <a:spLocks noGrp="1"/>
          </p:cNvSpPr>
          <p:nvPr/>
        </p:nvSpPr>
        <p:spPr>
          <a:xfrm>
            <a:off x="268224" y="857250"/>
            <a:ext cx="5657088" cy="10972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right_accent"/>
          <p:cNvSpPr>
            <a:spLocks noGrp="1"/>
          </p:cNvSpPr>
          <p:nvPr/>
        </p:nvSpPr>
        <p:spPr>
          <a:xfrm>
            <a:off x="6266688" y="857250"/>
            <a:ext cx="5657088" cy="10972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divider"/>
          <p:cNvSpPr>
            <a:spLocks noGrp="1"/>
          </p:cNvSpPr>
          <p:nvPr/>
        </p:nvSpPr>
        <p:spPr>
          <a:xfrm>
            <a:off x="5974080" y="857250"/>
            <a:ext cx="243840" cy="5266944"/>
          </a:xfrm>
          <a:prstGeom prst="rect">
            <a:avLst/>
          </a:prstGeom>
          <a:solidFill>
            <a:srgbClr val="BFD4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lot__left_title"/>
          <p:cNvSpPr>
            <a:spLocks noGrp="1"/>
          </p:cNvSpPr>
          <p:nvPr>
            <p:ph type="body" idx="1"/>
          </p:nvPr>
        </p:nvSpPr>
        <p:spPr>
          <a:xfrm>
            <a:off x="463296" y="1131570"/>
            <a:ext cx="4693920" cy="44577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5" name="slot__right_title"/>
          <p:cNvSpPr>
            <a:spLocks noGrp="1"/>
          </p:cNvSpPr>
          <p:nvPr>
            <p:ph type="body" sz="quarter" idx="3"/>
          </p:nvPr>
        </p:nvSpPr>
        <p:spPr>
          <a:xfrm>
            <a:off x="6425184" y="1131570"/>
            <a:ext cx="4693920" cy="44577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742611C5-3334-7E2B-59D2-B8B829483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873B0EB2-52CE-9FBE-5229-B24CF5D7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2A7F14D4-BBB3-0D79-5D1A-8E028278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F8DE6177-18F6-D7A0-7D6F-64E793A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slot__left_description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3296" y="1680210"/>
            <a:ext cx="5364480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slot__right_description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25184" y="1680210"/>
            <a:ext cx="5364480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8" name="slot__left_icon"/>
          <p:cNvSpPr>
            <a:spLocks noGrp="1"/>
          </p:cNvSpPr>
          <p:nvPr>
            <p:ph type="pic" idx="15"/>
          </p:nvPr>
        </p:nvSpPr>
        <p:spPr>
          <a:xfrm>
            <a:off x="5181600" y="1083564"/>
            <a:ext cx="609600" cy="5486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9" name="slot__right_icon"/>
          <p:cNvSpPr>
            <a:spLocks noGrp="1"/>
          </p:cNvSpPr>
          <p:nvPr>
            <p:ph type="pic" idx="16"/>
          </p:nvPr>
        </p:nvSpPr>
        <p:spPr>
          <a:xfrm>
            <a:off x="11192256" y="1083564"/>
            <a:ext cx="609600" cy="5486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kpi_big_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metric_panel"/>
          <p:cNvSpPr>
            <a:spLocks noGrp="1"/>
          </p:cNvSpPr>
          <p:nvPr/>
        </p:nvSpPr>
        <p:spPr>
          <a:xfrm>
            <a:off x="707136" y="1062990"/>
            <a:ext cx="8656320" cy="253746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delta_badge"/>
          <p:cNvSpPr>
            <a:spLocks noGrp="1"/>
          </p:cNvSpPr>
          <p:nvPr/>
        </p:nvSpPr>
        <p:spPr>
          <a:xfrm>
            <a:off x="9534144" y="1062990"/>
            <a:ext cx="2316480" cy="1028700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support_area"/>
          <p:cNvSpPr>
            <a:spLocks noGrp="1"/>
          </p:cNvSpPr>
          <p:nvPr/>
        </p:nvSpPr>
        <p:spPr>
          <a:xfrm>
            <a:off x="707136" y="3703320"/>
            <a:ext cx="10777728" cy="212598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lot__metric_valu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975360" y="1371600"/>
            <a:ext cx="8168640" cy="2057400"/>
          </a:xfrm>
        </p:spPr>
        <p:txBody>
          <a:bodyPr/>
          <a:lstStyle>
            <a:lvl1pPr>
              <a:defRPr sz="5600" b="1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E8F2FB"/>
                </a:solidFill>
              </a:defRPr>
            </a:lvl2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slot__metric_delta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9656064" y="1289304"/>
            <a:ext cx="2072640" cy="65151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slot__supporting_points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5" type="obj"/>
          </p:nvPr>
        </p:nvSpPr>
        <p:spPr>
          <a:xfrm>
            <a:off x="1036320" y="3874770"/>
            <a:ext cx="10119360" cy="17830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timeline_line"/>
          <p:cNvSpPr>
            <a:spLocks noGrp="1"/>
          </p:cNvSpPr>
          <p:nvPr/>
        </p:nvSpPr>
        <p:spPr>
          <a:xfrm>
            <a:off x="731520" y="1042416"/>
            <a:ext cx="97536" cy="5225796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event_1_dot"/>
          <p:cNvSpPr>
            <a:spLocks noGrp="1"/>
          </p:cNvSpPr>
          <p:nvPr/>
        </p:nvSpPr>
        <p:spPr>
          <a:xfrm>
            <a:off x="633984" y="1419606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event_2_dot"/>
          <p:cNvSpPr>
            <a:spLocks noGrp="1"/>
          </p:cNvSpPr>
          <p:nvPr/>
        </p:nvSpPr>
        <p:spPr>
          <a:xfrm>
            <a:off x="633984" y="2269998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event_3_dot"/>
          <p:cNvSpPr>
            <a:spLocks noGrp="1"/>
          </p:cNvSpPr>
          <p:nvPr/>
        </p:nvSpPr>
        <p:spPr>
          <a:xfrm>
            <a:off x="633984" y="3120390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event_4_dot"/>
          <p:cNvSpPr>
            <a:spLocks noGrp="1"/>
          </p:cNvSpPr>
          <p:nvPr/>
        </p:nvSpPr>
        <p:spPr>
          <a:xfrm>
            <a:off x="633984" y="3970782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deco_event_5_dot"/>
          <p:cNvSpPr>
            <a:spLocks noGrp="1"/>
          </p:cNvSpPr>
          <p:nvPr/>
        </p:nvSpPr>
        <p:spPr>
          <a:xfrm>
            <a:off x="633984" y="4821174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deco_event_6_dot"/>
          <p:cNvSpPr>
            <a:spLocks noGrp="1"/>
          </p:cNvSpPr>
          <p:nvPr/>
        </p:nvSpPr>
        <p:spPr>
          <a:xfrm>
            <a:off x="633984" y="5671566"/>
            <a:ext cx="292608" cy="205740"/>
          </a:xfrm>
          <a:prstGeom prst="ellipse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タイトル 6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slot__event_1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1219200" y="1179576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slot__event_2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1219200" y="2029968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slot__event_3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5" type="obj"/>
          </p:nvPr>
        </p:nvSpPr>
        <p:spPr>
          <a:xfrm>
            <a:off x="1219200" y="2880360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slot__event_4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6" type="obj"/>
          </p:nvPr>
        </p:nvSpPr>
        <p:spPr>
          <a:xfrm>
            <a:off x="1219200" y="3730752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slot__event_5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7" type="obj"/>
          </p:nvPr>
        </p:nvSpPr>
        <p:spPr>
          <a:xfrm>
            <a:off x="1219200" y="4581144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slot__event_6_combined_tex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8" type="obj"/>
          </p:nvPr>
        </p:nvSpPr>
        <p:spPr>
          <a:xfrm>
            <a:off x="1219200" y="5431536"/>
            <a:ext cx="10607040" cy="69951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appendix_backu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top_accent"/>
          <p:cNvSpPr>
            <a:spLocks noGrp="1"/>
          </p:cNvSpPr>
          <p:nvPr/>
        </p:nvSpPr>
        <p:spPr>
          <a:xfrm>
            <a:off x="341376" y="1268730"/>
            <a:ext cx="11509248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col_divider"/>
          <p:cNvSpPr>
            <a:spLocks noGrp="1"/>
          </p:cNvSpPr>
          <p:nvPr/>
        </p:nvSpPr>
        <p:spPr>
          <a:xfrm>
            <a:off x="5925312" y="1337310"/>
            <a:ext cx="170688" cy="4354830"/>
          </a:xfrm>
          <a:prstGeom prst="rect">
            <a:avLst/>
          </a:prstGeom>
          <a:solidFill>
            <a:srgbClr val="BFD4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slot__body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426720" y="1405890"/>
            <a:ext cx="5242560" cy="42862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slot__references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6278880" y="1405890"/>
            <a:ext cx="5486400" cy="42862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7712" y="1097280"/>
            <a:ext cx="7855134" cy="5024846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19952" y="1097280"/>
            <a:ext cx="3636916" cy="5024846"/>
          </a:xfrm>
          <a:noFill/>
          <a:ln>
            <a:noFill/>
          </a:ln>
        </p:spPr>
        <p:txBody>
          <a:bodyPr wrap="square" lIns="0" tIns="36576" rIns="0" bIns="0" anchor="t"/>
          <a:lstStyle>
            <a:lvl1pPr marL="0" indent="0">
              <a:buNone/>
              <a:defRPr sz="1400">
                <a:solidFill>
                  <a:srgbClr val="44444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3E4DDDEC-1DB2-EF3B-AA3A-651334D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horizont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h_card1_bg"/>
          <p:cNvSpPr>
            <a:spLocks noGrp="1"/>
          </p:cNvSpPr>
          <p:nvPr/>
        </p:nvSpPr>
        <p:spPr>
          <a:xfrm>
            <a:off x="365760" y="980694"/>
            <a:ext cx="3474720" cy="547268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h_card1_hdr"/>
          <p:cNvSpPr>
            <a:spLocks noGrp="1"/>
          </p:cNvSpPr>
          <p:nvPr/>
        </p:nvSpPr>
        <p:spPr>
          <a:xfrm>
            <a:off x="365760" y="980694"/>
            <a:ext cx="3474720" cy="102870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h_card1_acc"/>
          <p:cNvSpPr>
            <a:spLocks noGrp="1"/>
          </p:cNvSpPr>
          <p:nvPr/>
        </p:nvSpPr>
        <p:spPr>
          <a:xfrm>
            <a:off x="365760" y="980694"/>
            <a:ext cx="3474720" cy="48006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h_card2_bg"/>
          <p:cNvSpPr>
            <a:spLocks noGrp="1"/>
          </p:cNvSpPr>
          <p:nvPr/>
        </p:nvSpPr>
        <p:spPr>
          <a:xfrm>
            <a:off x="4364736" y="980694"/>
            <a:ext cx="3474720" cy="547268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h_card2_hdr"/>
          <p:cNvSpPr>
            <a:spLocks noGrp="1"/>
          </p:cNvSpPr>
          <p:nvPr/>
        </p:nvSpPr>
        <p:spPr>
          <a:xfrm>
            <a:off x="4364736" y="980694"/>
            <a:ext cx="3474720" cy="102870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deco_h_card2_acc"/>
          <p:cNvSpPr>
            <a:spLocks noGrp="1"/>
          </p:cNvSpPr>
          <p:nvPr/>
        </p:nvSpPr>
        <p:spPr>
          <a:xfrm>
            <a:off x="4364736" y="980694"/>
            <a:ext cx="3474720" cy="48006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deco_h_card3_bg"/>
          <p:cNvSpPr>
            <a:spLocks noGrp="1"/>
          </p:cNvSpPr>
          <p:nvPr/>
        </p:nvSpPr>
        <p:spPr>
          <a:xfrm>
            <a:off x="8351520" y="980694"/>
            <a:ext cx="3474720" cy="547268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deco_h_card3_hdr"/>
          <p:cNvSpPr>
            <a:spLocks noGrp="1"/>
          </p:cNvSpPr>
          <p:nvPr/>
        </p:nvSpPr>
        <p:spPr>
          <a:xfrm>
            <a:off x="8351520" y="980694"/>
            <a:ext cx="3474720" cy="102870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deco_h_card3_acc"/>
          <p:cNvSpPr>
            <a:spLocks noGrp="1"/>
          </p:cNvSpPr>
          <p:nvPr/>
        </p:nvSpPr>
        <p:spPr>
          <a:xfrm>
            <a:off x="8351520" y="980694"/>
            <a:ext cx="3474720" cy="48006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slot__card_1_combined_text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463296" y="2064258"/>
            <a:ext cx="3279648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slot__card_2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4462272" y="2064258"/>
            <a:ext cx="3279648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slot__card_3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 type="obj"/>
          </p:nvPr>
        </p:nvSpPr>
        <p:spPr>
          <a:xfrm>
            <a:off x="8449056" y="2064258"/>
            <a:ext cx="3279648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slot__card_1_icon"/>
          <p:cNvSpPr>
            <a:spLocks noGrp="1"/>
          </p:cNvSpPr>
          <p:nvPr>
            <p:ph type="pic" idx="16"/>
          </p:nvPr>
        </p:nvSpPr>
        <p:spPr>
          <a:xfrm>
            <a:off x="1493520" y="1117854"/>
            <a:ext cx="121920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8" name="slot__card_2_icon"/>
          <p:cNvSpPr>
            <a:spLocks noGrp="1"/>
          </p:cNvSpPr>
          <p:nvPr>
            <p:ph type="pic" idx="17"/>
          </p:nvPr>
        </p:nvSpPr>
        <p:spPr>
          <a:xfrm>
            <a:off x="5492496" y="1117854"/>
            <a:ext cx="121920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9" name="slot__card_3_icon"/>
          <p:cNvSpPr>
            <a:spLocks noGrp="1"/>
          </p:cNvSpPr>
          <p:nvPr>
            <p:ph type="pic" idx="18"/>
          </p:nvPr>
        </p:nvSpPr>
        <p:spPr>
          <a:xfrm>
            <a:off x="9479280" y="1117854"/>
            <a:ext cx="121920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vert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v_strip1_bg"/>
          <p:cNvSpPr>
            <a:spLocks noGrp="1"/>
          </p:cNvSpPr>
          <p:nvPr/>
        </p:nvSpPr>
        <p:spPr>
          <a:xfrm>
            <a:off x="243840" y="1014984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v_strip1_bar"/>
          <p:cNvSpPr>
            <a:spLocks noGrp="1"/>
          </p:cNvSpPr>
          <p:nvPr/>
        </p:nvSpPr>
        <p:spPr>
          <a:xfrm>
            <a:off x="243840" y="1014984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v_strip2_bg"/>
          <p:cNvSpPr>
            <a:spLocks noGrp="1"/>
          </p:cNvSpPr>
          <p:nvPr/>
        </p:nvSpPr>
        <p:spPr>
          <a:xfrm>
            <a:off x="243840" y="2743200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v_strip2_bar"/>
          <p:cNvSpPr>
            <a:spLocks noGrp="1"/>
          </p:cNvSpPr>
          <p:nvPr/>
        </p:nvSpPr>
        <p:spPr>
          <a:xfrm>
            <a:off x="243840" y="2743200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v_strip3_bg"/>
          <p:cNvSpPr>
            <a:spLocks noGrp="1"/>
          </p:cNvSpPr>
          <p:nvPr/>
        </p:nvSpPr>
        <p:spPr>
          <a:xfrm>
            <a:off x="243840" y="4471416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deco_v_strip3_bar"/>
          <p:cNvSpPr>
            <a:spLocks noGrp="1"/>
          </p:cNvSpPr>
          <p:nvPr/>
        </p:nvSpPr>
        <p:spPr>
          <a:xfrm>
            <a:off x="243840" y="4471416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slot__card_1_combined_text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1524000" y="1234440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slot__card_2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1524000" y="2962656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slot__card_3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 type="obj"/>
          </p:nvPr>
        </p:nvSpPr>
        <p:spPr>
          <a:xfrm>
            <a:off x="1524000" y="4690872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slot__card_1_icon"/>
          <p:cNvSpPr>
            <a:spLocks noGrp="1"/>
          </p:cNvSpPr>
          <p:nvPr>
            <p:ph type="pic" idx="16"/>
          </p:nvPr>
        </p:nvSpPr>
        <p:spPr>
          <a:xfrm>
            <a:off x="451104" y="1405890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8" name="slot__card_2_icon"/>
          <p:cNvSpPr>
            <a:spLocks noGrp="1"/>
          </p:cNvSpPr>
          <p:nvPr>
            <p:ph type="pic" idx="17"/>
          </p:nvPr>
        </p:nvSpPr>
        <p:spPr>
          <a:xfrm>
            <a:off x="451104" y="3134106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9" name="slot__card_3_icon"/>
          <p:cNvSpPr>
            <a:spLocks noGrp="1"/>
          </p:cNvSpPr>
          <p:nvPr>
            <p:ph type="pic" idx="18"/>
          </p:nvPr>
        </p:nvSpPr>
        <p:spPr>
          <a:xfrm>
            <a:off x="451104" y="4862322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423" y="218737"/>
            <a:ext cx="11730445" cy="645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3" y="1095103"/>
            <a:ext cx="11730444" cy="5035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1108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5473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729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None/>
            </a:pPr>
            <a:r>
              <a:t>Subtitle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t>One</a:t>
            </a:r>
          </a:p>
          <a:p>
            <a:r>
              <a:t>Two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A</a:t>
            </a:r>
          </a:p>
          <a:p>
            <a:pPr lvl="1"/>
            <a:r>
              <a:t>  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6422" y="1114425"/>
          <a:ext cx="11730445" cy="4998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5222"/>
                <a:gridCol w="5865223"/>
              </a:tblGrid>
              <a:tr h="2499496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</a:tr>
              <a:tr h="2499496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Old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buNone/>
            </a:pPr>
            <a:r>
              <a:t>New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Compare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Before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buNone/>
            </a:pPr>
            <a:r>
              <a:t>After</a:t>
            </a:r>
          </a:p>
        </p:txBody>
      </p:sp>
      <p:pic>
        <p:nvPicPr>
          <p:cNvPr id="7" name="Picture Placeholder 6" descr="image.pn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5000" b="5000"/>
          <a:stretch>
            <a:fillRect/>
          </a:stretch>
        </p:blipFill>
        <p:spPr/>
      </p:pic>
      <p:pic>
        <p:nvPicPr>
          <p:cNvPr id="8" name="Picture Placeholder 7" descr="image.pn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t="5000" b="5000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Cards 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A</a:t>
            </a:r>
          </a:p>
          <a:p>
            <a:pPr lvl="1">
              <a:buNone/>
            </a:pPr>
            <a:r>
              <a:t>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buNone/>
            </a:pPr>
            <a:r>
              <a:t>B</a:t>
            </a:r>
          </a:p>
          <a:p>
            <a:pPr lvl="1">
              <a:buNone/>
            </a:pPr>
            <a:r>
              <a:t>BB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>
            <a:pPr>
              <a:buNone/>
            </a:pPr>
            <a:r>
              <a:t>C</a:t>
            </a:r>
          </a:p>
          <a:p>
            <a:pPr lvl="1">
              <a:buNone/>
            </a:pPr>
            <a:r>
              <a:t>CC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t="2404" b="2404"/>
          <a:stretch>
            <a:fillRect/>
          </a:stretch>
        </p:blipFill>
        <p:spPr/>
      </p:pic>
      <p:pic>
        <p:nvPicPr>
          <p:cNvPr id="7" name="Picture Placeholder 6" descr="image.png"/>
          <p:cNvPicPr>
            <a:picLocks noGrp="1" noChangeAspect="1"/>
          </p:cNvPicPr>
          <p:nvPr>
            <p:ph type="pic" idx="17"/>
          </p:nvPr>
        </p:nvPicPr>
        <p:blipFill>
          <a:blip r:embed="rId2"/>
          <a:srcRect t="2404" b="2404"/>
          <a:stretch>
            <a:fillRect/>
          </a:stretch>
        </p:blipFill>
        <p:spPr/>
      </p:pic>
      <p:pic>
        <p:nvPicPr>
          <p:cNvPr id="8" name="Picture Placeholder 7" descr="image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 t="2404" b="2404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Cards 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A</a:t>
            </a:r>
          </a:p>
          <a:p>
            <a:pPr lvl="1">
              <a:buNone/>
            </a:pPr>
            <a:r>
              <a:t>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buNone/>
            </a:pPr>
            <a:r>
              <a:t>B</a:t>
            </a:r>
          </a:p>
          <a:p>
            <a:pPr lvl="1">
              <a:buNone/>
            </a:pPr>
            <a:r>
              <a:t>BB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>
            <a:pPr>
              <a:buNone/>
            </a:pPr>
            <a:r>
              <a:t>C</a:t>
            </a:r>
          </a:p>
          <a:p>
            <a:pPr lvl="1">
              <a:buNone/>
            </a:pPr>
            <a:r>
              <a:t>CC</a:t>
            </a:r>
          </a:p>
        </p:txBody>
      </p:sp>
      <p:pic>
        <p:nvPicPr>
          <p:cNvPr id="6" name="Picture Placeholder 5" descr="image.pn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t="19062" b="19062"/>
          <a:stretch>
            <a:fillRect/>
          </a:stretch>
        </p:blipFill>
        <p:spPr/>
      </p:pic>
      <p:pic>
        <p:nvPicPr>
          <p:cNvPr id="7" name="Picture Placeholder 6" descr="image.png"/>
          <p:cNvPicPr>
            <a:picLocks noGrp="1" noChangeAspect="1"/>
          </p:cNvPicPr>
          <p:nvPr>
            <p:ph type="pic" idx="17"/>
          </p:nvPr>
        </p:nvPicPr>
        <p:blipFill>
          <a:blip r:embed="rId2"/>
          <a:srcRect t="19062" b="19062"/>
          <a:stretch>
            <a:fillRect/>
          </a:stretch>
        </p:blipFill>
        <p:spPr/>
      </p:pic>
      <p:pic>
        <p:nvPicPr>
          <p:cNvPr id="8" name="Picture Placeholder 7" descr="image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 t="19062" b="190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 lvl="1">
              <a:buNone/>
            </a:pPr>
            <a:r>
              <a:t>Q1</a:t>
            </a:r>
          </a:p>
          <a:p>
            <a:pPr>
              <a:buNone/>
            </a:pPr>
            <a:r>
              <a:t>Plan</a:t>
            </a:r>
          </a:p>
          <a:p>
            <a:pPr lvl="1">
              <a:buNone/>
            </a:pPr>
            <a:r>
              <a:t>Start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 lvl="1">
              <a:buNone/>
            </a:pPr>
            <a:r>
              <a:t>Q2</a:t>
            </a:r>
          </a:p>
          <a:p>
            <a:pPr>
              <a:buNone/>
            </a:pPr>
            <a:r>
              <a:t>Build</a:t>
            </a:r>
          </a:p>
          <a:p>
            <a:pPr lvl="1">
              <a:buNone/>
            </a:pPr>
            <a:r>
              <a:t>Execute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>
            <a:pPr lvl="1">
              <a:buNone/>
            </a:pPr>
            <a:r>
              <a:t>Q3</a:t>
            </a:r>
          </a:p>
          <a:p>
            <a:pPr>
              <a:buNone/>
            </a:pPr>
            <a:r>
              <a:t>Launch</a:t>
            </a:r>
          </a:p>
          <a:p>
            <a:pPr lvl="1">
              <a:buNone/>
            </a:pPr>
            <a:r>
              <a:t>Expand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sp>
        <p:nvSpPr>
          <p:cNvPr id="7" name="Content Placeholder 6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/>
        </p:txBody>
      </p:sp>
      <p:sp>
        <p:nvSpPr>
          <p:cNvPr id="8" name="Content Placeholder 7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Thanks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KPI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42</a:t>
            </a:r>
          </a:p>
          <a:p>
            <a:pPr>
              <a:buNone/>
            </a:pPr>
            <a:r>
              <a:t>Customers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buNone/>
            </a:pPr>
            <a:r>
              <a:t>+18%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5" sz="quarter"/>
          </p:nvPr>
        </p:nvSpPr>
        <p:spPr/>
        <p:txBody>
          <a:bodyPr/>
          <a:lstStyle/>
          <a:p>
            <a:r>
              <a:t>NPS up 6 pt</a:t>
            </a:r>
          </a:p>
          <a:p>
            <a:r>
              <a:t>Churn down 2 pt</a:t>
            </a:r>
          </a:p>
          <a:p>
            <a:r>
              <a:t>API usage doubled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6422" y="1114425"/>
          <a:ext cx="11730445" cy="49989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imag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8016" b="18016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>
              <a:buNone/>
            </a:pPr>
            <a:r>
              <a:t>Built-in picture placeholder rendering sample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Icon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Appendix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Supporting notes</a:t>
            </a:r>
          </a:p>
          <a:p>
            <a:r>
              <a:t>Ref</a:t>
            </a:r>
          </a:p>
          <a:p>
            <a:r>
              <a:t>Checklist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r>
              <a:t>Source A</a:t>
            </a:r>
          </a:p>
          <a:p>
            <a:r>
              <a:t>Source 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Legacy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buNone/>
            </a:pPr>
            <a:r>
              <a:t>2027-06-30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t>EOL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>
              <a:buNone/>
            </a:pPr>
            <a:r>
              <a:t>2026-12-31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>
            <a:pPr>
              <a:buNone/>
            </a:pPr>
            <a:r>
              <a:t>New Platform API</a:t>
            </a:r>
          </a:p>
          <a:p>
            <a:r>
              <a:t>Migrate</a:t>
            </a:r>
          </a:p>
          <a:p>
            <a:r>
              <a:t>Notify customers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idx="15"/>
          </p:nvPr>
        </p:nvSpPr>
        <p:spPr/>
      </p:sp>
      <p:sp>
        <p:nvSpPr>
          <p:cNvPr id="8" name="Picture Placeholder 7"/>
          <p:cNvSpPr>
            <a:spLocks noGrp="1"/>
          </p:cNvSpPr>
          <p:nvPr>
            <p:ph type="pic" idx="16"/>
          </p:nvPr>
        </p:nvSpPr>
        <p:spPr/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IZ UDPGothic">
      <a:majorFont>
        <a:latin typeface="BIZ UDPGothic"/>
        <a:ea typeface="BIZ UDPGothic"/>
        <a:cs typeface="BIZ UDPGothic"/>
      </a:majorFont>
      <a:minorFont>
        <a:latin typeface="BIZ UDPGothic"/>
        <a:ea typeface="BIZ UDPGothic"/>
        <a:cs typeface="BIZ UDP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3" baseType="lpstr">
      <vt:lpstr>BIZ UDPGothic</vt:lpstr>
      <vt:lpstr>Arial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向山 裕一朗</cp:lastModifiedBy>
  <cp:revision>2</cp:revision>
  <dcterms:created xsi:type="dcterms:W3CDTF">2013-01-27T09:14:16Z</dcterms:created>
  <dcterms:modified xsi:type="dcterms:W3CDTF">2026-05-03T05:48:05Z</dcterms:modified>
  <cp:category/>
</cp:coreProperties>
</file>