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7"/>
    <p:restoredTop sz="94677"/>
  </p:normalViewPr>
  <p:slideViewPr>
    <p:cSldViewPr snapToGrid="0" snapToObjects="1">
      <p:cViewPr varScale="1">
        <p:scale>
          <a:sx n="146" d="100"/>
          <a:sy n="146" d="100"/>
        </p:scale>
        <p:origin x="184" y="182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esProps" Target="presProps.xml"/><Relationship Id="rId3" Type="http://schemas.openxmlformats.org/officeDocument/2006/relationships/viewProps" Target="viewProps.xml"/><Relationship Id="rId4" Type="http://schemas.openxmlformats.org/officeDocument/2006/relationships/theme" Target="theme/theme1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Sales</c:v>
                </c:pt>
              </c:strCache>
            </c:strRef>
          </c:tx>
          <c:cat>
            <c:strRef>
              <c:f>Sheet1!$A$2:$A$3</c:f>
              <c:strCache>
                <c:ptCount val="2"/>
                <c:pt idx="0">
                  <c:v>Q1</c:v>
                </c:pt>
                <c:pt idx="1">
                  <c:v>Q2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10</c:v>
                </c:pt>
                <c:pt idx="1">
                  <c:v>12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 type="cust">
  <p:cSld name="Title Slid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deco_top_bar"/>
          <p:cNvSpPr>
            <a:spLocks noGrp="1"/>
          </p:cNvSpPr>
          <p:nvPr/>
        </p:nvSpPr>
        <p:spPr>
          <a:xfrm>
            <a:off x="0" y="0"/>
            <a:ext cx="12192000" cy="1885950"/>
          </a:xfrm>
          <a:prstGeom prst="rect">
            <a:avLst/>
          </a:prstGeom>
          <a:solidFill>
            <a:srgbClr val="1C3557"/>
          </a:solidFill>
          <a:ln>
            <a:noFill/>
          </a:ln>
        </p:spPr>
        <p:txBody>
          <a:bodyPr/>
          <a:lstStyle/>
          <a:p/>
        </p:txBody>
      </p:sp>
      <p:sp>
        <p:nvSpPr>
          <p:cNvPr id="201" name="deco_accent_line"/>
          <p:cNvSpPr>
            <a:spLocks noGrp="1"/>
          </p:cNvSpPr>
          <p:nvPr/>
        </p:nvSpPr>
        <p:spPr>
          <a:xfrm>
            <a:off x="0" y="1831086"/>
            <a:ext cx="12192000" cy="109728"/>
          </a:xfrm>
          <a:prstGeom prst="rect">
            <a:avLst/>
          </a:prstGeom>
          <a:solidFill>
            <a:srgbClr val="E8763A"/>
          </a:solidFill>
          <a:ln>
            <a:noFill/>
          </a:ln>
        </p:spPr>
        <p:txBody>
          <a:bodyPr/>
          <a:lstStyle/>
          <a:p/>
        </p:txBody>
      </p:sp>
      <p:sp>
        <p:nvSpPr>
          <p:cNvPr id="202" name="deco_footer_bar"/>
          <p:cNvSpPr>
            <a:spLocks noGrp="1"/>
          </p:cNvSpPr>
          <p:nvPr/>
        </p:nvSpPr>
        <p:spPr>
          <a:xfrm>
            <a:off x="0" y="5966460"/>
            <a:ext cx="12192000" cy="891540"/>
          </a:xfrm>
          <a:prstGeom prst="rect">
            <a:avLst/>
          </a:prstGeom>
          <a:solidFill>
            <a:srgbClr val="1C3557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02920" y="3884023"/>
            <a:ext cx="7772400" cy="1463040"/>
          </a:xfrm>
          <a:noFill/>
          <a:ln>
            <a:noFill/>
          </a:ln>
        </p:spPr>
        <p:txBody>
          <a:bodyPr wrap="square" lIns="0" tIns="0" rIns="0" bIns="0" anchor="t"/>
          <a:lstStyle>
            <a:lvl1pPr marL="0" indent="0" algn="ctr">
              <a:buNone/>
              <a:defRPr sz="1800">
                <a:solidFill>
                  <a:srgbClr val="444444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algn="l"/>
            <a:r>
              <a:rPr lang="en-US" dirty="0"/>
              <a:t>Click to edit Master subtitle style</a:t>
            </a:r>
          </a:p>
        </p:txBody>
      </p:sp>
      <p:sp>
        <p:nvSpPr>
          <p:cNvPr id="7" name="タイトル 6">
            <a:extLst>
              <a:ext uri="{FF2B5EF4-FFF2-40B4-BE49-F238E27FC236}">
                <a16:creationId xmlns:a16="http://schemas.microsoft.com/office/drawing/2014/main" id="{C72B98BA-869D-3750-C4A0-0819554AC7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2920" y="2376170"/>
            <a:ext cx="11290663" cy="1143000"/>
          </a:xfrm>
        </p:spPr>
        <p:txBody>
          <a:bodyPr/>
          <a:lstStyle>
            <a:lvl1pPr>
              <a:defRPr b="1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8" name="日付プレースホルダー 7">
            <a:extLst>
              <a:ext uri="{FF2B5EF4-FFF2-40B4-BE49-F238E27FC236}">
                <a16:creationId xmlns:a16="http://schemas.microsoft.com/office/drawing/2014/main" id="{075B6510-E118-0470-C854-7A1786F3A5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5/3/26</a:t>
            </a:fld>
            <a:endParaRPr lang="en-US"/>
          </a:p>
        </p:txBody>
      </p:sp>
      <p:sp>
        <p:nvSpPr>
          <p:cNvPr id="9" name="フッター プレースホルダー 8">
            <a:extLst>
              <a:ext uri="{FF2B5EF4-FFF2-40B4-BE49-F238E27FC236}">
                <a16:creationId xmlns:a16="http://schemas.microsoft.com/office/drawing/2014/main" id="{3AD7D4C5-CFA3-A26C-9B40-00CB703ED4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スライド番号プレースホルダー 9">
            <a:extLst>
              <a:ext uri="{FF2B5EF4-FFF2-40B4-BE49-F238E27FC236}">
                <a16:creationId xmlns:a16="http://schemas.microsoft.com/office/drawing/2014/main" id="{2001425E-CEBA-0160-3EC6-DCDB087204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7" name="タイトル 6">
            <a:extLst>
              <a:ext uri="{FF2B5EF4-FFF2-40B4-BE49-F238E27FC236}">
                <a16:creationId xmlns:a16="http://schemas.microsoft.com/office/drawing/2014/main" id="{11DAA64B-18C1-17A1-691C-30AB57B5A3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9" name="コンテンツ プレースホルダー 8">
            <a:extLst>
              <a:ext uri="{FF2B5EF4-FFF2-40B4-BE49-F238E27FC236}">
                <a16:creationId xmlns:a16="http://schemas.microsoft.com/office/drawing/2014/main" id="{9972CBED-8C1F-F962-DF1D-46CEC7DCCBC5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226422" y="1114425"/>
            <a:ext cx="11730445" cy="4998992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 type="cust">
  <p:cSld name="Section Header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deco_bg"/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C3557"/>
          </a:solidFill>
          <a:ln>
            <a:noFill/>
          </a:ln>
        </p:spPr>
        <p:txBody>
          <a:bodyPr/>
          <a:lstStyle/>
          <a:p/>
        </p:txBody>
      </p:sp>
      <p:sp>
        <p:nvSpPr>
          <p:cNvPr id="201" name="deco_accent_bar"/>
          <p:cNvSpPr>
            <a:spLocks noGrp="1"/>
          </p:cNvSpPr>
          <p:nvPr/>
        </p:nvSpPr>
        <p:spPr>
          <a:xfrm>
            <a:off x="499872" y="5349240"/>
            <a:ext cx="2438400" cy="68580"/>
          </a:xfrm>
          <a:prstGeom prst="rect">
            <a:avLst/>
          </a:prstGeom>
          <a:solidFill>
            <a:srgbClr val="E8763A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02921" y="2333898"/>
            <a:ext cx="8229600" cy="1463040"/>
          </a:xfrm>
          <a:noFill/>
          <a:ln>
            <a:noFill/>
          </a:ln>
        </p:spPr>
        <p:txBody>
          <a:bodyPr wrap="square" lIns="0" tIns="0" rIns="0" bIns="0" anchor="t"/>
          <a:lstStyle>
            <a:lvl1pPr>
              <a:defRPr sz="2000">
                <a:solidFill>
                  <a:srgbClr val="E8F2FB"/>
                </a:solidFill>
              </a:defRPr>
            </a:lvl1pPr>
          </a:lstStyle>
          <a:p>
            <a:pPr lvl="0" algn="l"/>
            <a:r>
              <a:rPr lang="en-US"/>
              <a:t>Click to edit Master text styles</a:t>
            </a:r>
          </a:p>
        </p:txBody>
      </p:sp>
      <p:sp>
        <p:nvSpPr>
          <p:cNvPr id="7" name="タイトル 6">
            <a:extLst>
              <a:ext uri="{FF2B5EF4-FFF2-40B4-BE49-F238E27FC236}">
                <a16:creationId xmlns:a16="http://schemas.microsoft.com/office/drawing/2014/main" id="{4E21F2C5-D692-C035-AB8E-E7F5E22782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2921" y="1411812"/>
            <a:ext cx="11175274" cy="645196"/>
          </a:xfrm>
        </p:spPr>
        <p:txBody>
          <a:bodyPr/>
          <a:lstStyle>
            <a:lvl1pPr>
              <a:defRPr sz="3600" b="1">
                <a:solidFill>
                  <a:srgbClr val="FFFFFF"/>
                </a:solidFill>
              </a:defRPr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8" name="日付プレースホルダー 7">
            <a:extLst>
              <a:ext uri="{FF2B5EF4-FFF2-40B4-BE49-F238E27FC236}">
                <a16:creationId xmlns:a16="http://schemas.microsoft.com/office/drawing/2014/main" id="{7D32573A-B4BF-D855-B118-082963284F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5/3/26</a:t>
            </a:fld>
            <a:endParaRPr lang="en-US"/>
          </a:p>
        </p:txBody>
      </p:sp>
      <p:sp>
        <p:nvSpPr>
          <p:cNvPr id="9" name="フッター プレースホルダー 8">
            <a:extLst>
              <a:ext uri="{FF2B5EF4-FFF2-40B4-BE49-F238E27FC236}">
                <a16:creationId xmlns:a16="http://schemas.microsoft.com/office/drawing/2014/main" id="{516884CF-46E6-857C-323C-6CEAC63136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スライド番号プレースホルダー 9">
            <a:extLst>
              <a:ext uri="{FF2B5EF4-FFF2-40B4-BE49-F238E27FC236}">
                <a16:creationId xmlns:a16="http://schemas.microsoft.com/office/drawing/2014/main" id="{70805F50-61D4-6BF5-5910-DB5ACA39D8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タイトル 7">
            <a:extLst>
              <a:ext uri="{FF2B5EF4-FFF2-40B4-BE49-F238E27FC236}">
                <a16:creationId xmlns:a16="http://schemas.microsoft.com/office/drawing/2014/main" id="{8A4D2959-DC66-A124-52B8-8E8467A7D3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9" name="日付プレースホルダー 8">
            <a:extLst>
              <a:ext uri="{FF2B5EF4-FFF2-40B4-BE49-F238E27FC236}">
                <a16:creationId xmlns:a16="http://schemas.microsoft.com/office/drawing/2014/main" id="{AC78EFE3-FFBC-52AC-793F-A5AC5CEFBA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5/3/26</a:t>
            </a:fld>
            <a:endParaRPr lang="en-US"/>
          </a:p>
        </p:txBody>
      </p:sp>
      <p:sp>
        <p:nvSpPr>
          <p:cNvPr id="10" name="フッター プレースホルダー 9">
            <a:extLst>
              <a:ext uri="{FF2B5EF4-FFF2-40B4-BE49-F238E27FC236}">
                <a16:creationId xmlns:a16="http://schemas.microsoft.com/office/drawing/2014/main" id="{2885C4CB-8898-EE25-076E-20BC39DFAA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1" name="スライド番号プレースホルダー 10">
            <a:extLst>
              <a:ext uri="{FF2B5EF4-FFF2-40B4-BE49-F238E27FC236}">
                <a16:creationId xmlns:a16="http://schemas.microsoft.com/office/drawing/2014/main" id="{79D36539-24EF-59E1-CB5B-33D4B26D74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3" name="コンテンツ プレースホルダー 12">
            <a:extLst>
              <a:ext uri="{FF2B5EF4-FFF2-40B4-BE49-F238E27FC236}">
                <a16:creationId xmlns:a16="http://schemas.microsoft.com/office/drawing/2014/main" id="{23D794FD-7998-B263-7A33-0D9A529D97EE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226423" y="1114652"/>
            <a:ext cx="5738812" cy="5016182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15" name="コンテンツ プレースホルダー 14">
            <a:extLst>
              <a:ext uri="{FF2B5EF4-FFF2-40B4-BE49-F238E27FC236}">
                <a16:creationId xmlns:a16="http://schemas.microsoft.com/office/drawing/2014/main" id="{CE5D3923-D828-BFFF-25F1-02538CEB89C0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218056" y="1114652"/>
            <a:ext cx="5738812" cy="5016182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 type="cust">
  <p:cSld name="comparison_2col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deco_left_panel"/>
          <p:cNvSpPr>
            <a:spLocks noGrp="1"/>
          </p:cNvSpPr>
          <p:nvPr/>
        </p:nvSpPr>
        <p:spPr>
          <a:xfrm>
            <a:off x="268224" y="857250"/>
            <a:ext cx="5657088" cy="5266944"/>
          </a:xfrm>
          <a:prstGeom prst="rect">
            <a:avLst/>
          </a:prstGeom>
          <a:solidFill>
            <a:srgbClr val="E8F2FB"/>
          </a:solidFill>
          <a:ln>
            <a:noFill/>
          </a:ln>
        </p:spPr>
        <p:txBody>
          <a:bodyPr/>
          <a:lstStyle/>
          <a:p/>
        </p:txBody>
      </p:sp>
      <p:sp>
        <p:nvSpPr>
          <p:cNvPr id="201" name="deco_right_panel"/>
          <p:cNvSpPr>
            <a:spLocks noGrp="1"/>
          </p:cNvSpPr>
          <p:nvPr/>
        </p:nvSpPr>
        <p:spPr>
          <a:xfrm>
            <a:off x="6266688" y="857250"/>
            <a:ext cx="5657088" cy="5266944"/>
          </a:xfrm>
          <a:prstGeom prst="rect">
            <a:avLst/>
          </a:prstGeom>
          <a:solidFill>
            <a:srgbClr val="E8F2FB"/>
          </a:solidFill>
          <a:ln>
            <a:noFill/>
          </a:ln>
        </p:spPr>
        <p:txBody>
          <a:bodyPr/>
          <a:lstStyle/>
          <a:p/>
        </p:txBody>
      </p:sp>
      <p:sp>
        <p:nvSpPr>
          <p:cNvPr id="202" name="deco_left_accent"/>
          <p:cNvSpPr>
            <a:spLocks noGrp="1"/>
          </p:cNvSpPr>
          <p:nvPr/>
        </p:nvSpPr>
        <p:spPr>
          <a:xfrm>
            <a:off x="268224" y="857250"/>
            <a:ext cx="5657088" cy="109728"/>
          </a:xfrm>
          <a:prstGeom prst="rect">
            <a:avLst/>
          </a:prstGeom>
          <a:solidFill>
            <a:srgbClr val="1C3557"/>
          </a:solidFill>
          <a:ln>
            <a:noFill/>
          </a:ln>
        </p:spPr>
        <p:txBody>
          <a:bodyPr/>
          <a:lstStyle/>
          <a:p/>
        </p:txBody>
      </p:sp>
      <p:sp>
        <p:nvSpPr>
          <p:cNvPr id="203" name="deco_right_accent"/>
          <p:cNvSpPr>
            <a:spLocks noGrp="1"/>
          </p:cNvSpPr>
          <p:nvPr/>
        </p:nvSpPr>
        <p:spPr>
          <a:xfrm>
            <a:off x="6266688" y="857250"/>
            <a:ext cx="5657088" cy="109728"/>
          </a:xfrm>
          <a:prstGeom prst="rect">
            <a:avLst/>
          </a:prstGeom>
          <a:solidFill>
            <a:srgbClr val="1C3557"/>
          </a:solidFill>
          <a:ln>
            <a:noFill/>
          </a:ln>
        </p:spPr>
        <p:txBody>
          <a:bodyPr/>
          <a:lstStyle/>
          <a:p/>
        </p:txBody>
      </p:sp>
      <p:sp>
        <p:nvSpPr>
          <p:cNvPr id="204" name="deco_divider"/>
          <p:cNvSpPr>
            <a:spLocks noGrp="1"/>
          </p:cNvSpPr>
          <p:nvPr/>
        </p:nvSpPr>
        <p:spPr>
          <a:xfrm>
            <a:off x="5974080" y="857250"/>
            <a:ext cx="243840" cy="5266944"/>
          </a:xfrm>
          <a:prstGeom prst="rect">
            <a:avLst/>
          </a:prstGeom>
          <a:solidFill>
            <a:srgbClr val="BFD4EF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slot__left_title"/>
          <p:cNvSpPr>
            <a:spLocks noGrp="1"/>
          </p:cNvSpPr>
          <p:nvPr>
            <p:ph type="body" idx="1"/>
          </p:nvPr>
        </p:nvSpPr>
        <p:spPr>
          <a:xfrm>
            <a:off x="463296" y="1131570"/>
            <a:ext cx="4693920" cy="445770"/>
          </a:xfrm>
          <a:noFill/>
          <a:ln>
            <a:noFill/>
          </a:ln>
        </p:spPr>
        <p:txBody>
          <a:bodyPr wrap="square" lIns="73152" tIns="36576" rIns="73152" bIns="0" anchor="ctr"/>
          <a:lstStyle>
            <a:lvl1pPr marL="0" indent="0" algn="ctr">
              <a:buNone/>
              <a:defRPr sz="1400" b="1">
                <a:solidFill>
                  <a:srgbClr val="11111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algn="l"/>
            <a:endParaRPr lang="en-US" dirty="0"/>
          </a:p>
        </p:txBody>
      </p:sp>
      <p:sp>
        <p:nvSpPr>
          <p:cNvPr id="5" name="slot__right_title"/>
          <p:cNvSpPr>
            <a:spLocks noGrp="1"/>
          </p:cNvSpPr>
          <p:nvPr>
            <p:ph type="body" sz="quarter" idx="3"/>
          </p:nvPr>
        </p:nvSpPr>
        <p:spPr>
          <a:xfrm>
            <a:off x="6425184" y="1131570"/>
            <a:ext cx="4693920" cy="445770"/>
          </a:xfrm>
          <a:noFill/>
          <a:ln>
            <a:noFill/>
          </a:ln>
        </p:spPr>
        <p:txBody>
          <a:bodyPr wrap="square" lIns="73152" tIns="36576" rIns="73152" bIns="0" anchor="ctr"/>
          <a:lstStyle>
            <a:lvl1pPr marL="0" indent="0" algn="ctr">
              <a:buNone/>
              <a:defRPr sz="1400" b="1">
                <a:solidFill>
                  <a:srgbClr val="11111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algn="l"/>
            <a:endParaRPr lang="en-US" dirty="0"/>
          </a:p>
        </p:txBody>
      </p:sp>
      <p:sp>
        <p:nvSpPr>
          <p:cNvPr id="10" name="タイトル 9">
            <a:extLst>
              <a:ext uri="{FF2B5EF4-FFF2-40B4-BE49-F238E27FC236}">
                <a16:creationId xmlns:a16="http://schemas.microsoft.com/office/drawing/2014/main" id="{742611C5-3334-7E2B-59D2-B8B8294837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11" name="日付プレースホルダー 10">
            <a:extLst>
              <a:ext uri="{FF2B5EF4-FFF2-40B4-BE49-F238E27FC236}">
                <a16:creationId xmlns:a16="http://schemas.microsoft.com/office/drawing/2014/main" id="{873B0EB2-52CE-9FBE-5229-B24CF5D71D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5/3/26</a:t>
            </a:fld>
            <a:endParaRPr lang="en-US"/>
          </a:p>
        </p:txBody>
      </p:sp>
      <p:sp>
        <p:nvSpPr>
          <p:cNvPr id="12" name="フッター プレースホルダー 11">
            <a:extLst>
              <a:ext uri="{FF2B5EF4-FFF2-40B4-BE49-F238E27FC236}">
                <a16:creationId xmlns:a16="http://schemas.microsoft.com/office/drawing/2014/main" id="{2A7F14D4-BBB3-0D79-5D1A-8E0282780A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3" name="スライド番号プレースホルダー 12">
            <a:extLst>
              <a:ext uri="{FF2B5EF4-FFF2-40B4-BE49-F238E27FC236}">
                <a16:creationId xmlns:a16="http://schemas.microsoft.com/office/drawing/2014/main" id="{F8DE6177-18F6-D7A0-7D6F-64E793AF85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5" name="slot__left_description">
            <a:extLst>
              <a:ext uri="{FF2B5EF4-FFF2-40B4-BE49-F238E27FC236}">
                <a16:creationId xmlns:a16="http://schemas.microsoft.com/office/drawing/2014/main" id="{05A5F16C-5213-8739-D5CC-71F95A8DD83A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63296" y="1680210"/>
            <a:ext cx="5364480" cy="4389120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17" name="slot__right_description">
            <a:extLst>
              <a:ext uri="{FF2B5EF4-FFF2-40B4-BE49-F238E27FC236}">
                <a16:creationId xmlns:a16="http://schemas.microsoft.com/office/drawing/2014/main" id="{7736F04F-6D87-D6E7-D993-8E4670208CB6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425184" y="1680210"/>
            <a:ext cx="5364480" cy="4389120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18" name="slot__left_icon"/>
          <p:cNvSpPr>
            <a:spLocks noGrp="1"/>
          </p:cNvSpPr>
          <p:nvPr>
            <p:ph type="pic" idx="15"/>
          </p:nvPr>
        </p:nvSpPr>
        <p:spPr>
          <a:xfrm>
            <a:off x="5181600" y="1083564"/>
            <a:ext cx="609600" cy="548640"/>
          </a:xfrm>
          <a:noFill/>
          <a:ln>
            <a:noFill/>
          </a:ln>
        </p:spPr>
        <p:txBody>
          <a:bodyPr wrap="square" lIns="0" tIns="0" rIns="0" bIns="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algn="l"/>
            <a:endParaRPr lang="en-US"/>
          </a:p>
        </p:txBody>
      </p:sp>
      <p:sp>
        <p:nvSpPr>
          <p:cNvPr id="19" name="slot__right_icon"/>
          <p:cNvSpPr>
            <a:spLocks noGrp="1"/>
          </p:cNvSpPr>
          <p:nvPr>
            <p:ph type="pic" idx="16"/>
          </p:nvPr>
        </p:nvSpPr>
        <p:spPr>
          <a:xfrm>
            <a:off x="11192256" y="1083564"/>
            <a:ext cx="609600" cy="548640"/>
          </a:xfrm>
          <a:noFill/>
          <a:ln>
            <a:noFill/>
          </a:ln>
        </p:spPr>
        <p:txBody>
          <a:bodyPr wrap="square" lIns="0" tIns="0" rIns="0" bIns="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algn="l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 type="cust">
  <p:cSld name="table_basic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7" name="タイトル 6">
            <a:extLst>
              <a:ext uri="{FF2B5EF4-FFF2-40B4-BE49-F238E27FC236}">
                <a16:creationId xmlns:a16="http://schemas.microsoft.com/office/drawing/2014/main" id="{11DAA64B-18C1-17A1-691C-30AB57B5A3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1648" y="219456"/>
            <a:ext cx="11728704" cy="644652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9" name="slot__table">
            <a:extLst>
              <a:ext uri="{FF2B5EF4-FFF2-40B4-BE49-F238E27FC236}">
                <a16:creationId xmlns:a16="http://schemas.microsoft.com/office/drawing/2014/main" id="{9972CBED-8C1F-F962-DF1D-46CEC7DCCBC5}"/>
              </a:ext>
            </a:extLst>
          </p:cNvPr>
          <p:cNvSpPr>
            <a:spLocks noGrp="1"/>
          </p:cNvSpPr>
          <p:nvPr>
            <p:ph sz="quarter" idx="13" type="tbl"/>
          </p:nvPr>
        </p:nvSpPr>
        <p:spPr>
          <a:xfrm>
            <a:off x="426720" y="1405890"/>
            <a:ext cx="11338560" cy="4286250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 type="cust">
  <p:cSld name="chart_basic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7" name="タイトル 6">
            <a:extLst>
              <a:ext uri="{FF2B5EF4-FFF2-40B4-BE49-F238E27FC236}">
                <a16:creationId xmlns:a16="http://schemas.microsoft.com/office/drawing/2014/main" id="{11DAA64B-18C1-17A1-691C-30AB57B5A3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1648" y="219456"/>
            <a:ext cx="11728704" cy="644652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9" name="slot__chart">
            <a:extLst>
              <a:ext uri="{FF2B5EF4-FFF2-40B4-BE49-F238E27FC236}">
                <a16:creationId xmlns:a16="http://schemas.microsoft.com/office/drawing/2014/main" id="{9972CBED-8C1F-F962-DF1D-46CEC7DCCBC5}"/>
              </a:ext>
            </a:extLst>
          </p:cNvPr>
          <p:cNvSpPr>
            <a:spLocks noGrp="1"/>
          </p:cNvSpPr>
          <p:nvPr>
            <p:ph sz="quarter" idx="13" type="chart"/>
          </p:nvPr>
        </p:nvSpPr>
        <p:spPr>
          <a:xfrm>
            <a:off x="426720" y="1405890"/>
            <a:ext cx="11338560" cy="4286250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 type="cust">
  <p:cSld name="appendix_backup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deco_top_accent"/>
          <p:cNvSpPr>
            <a:spLocks noGrp="1"/>
          </p:cNvSpPr>
          <p:nvPr/>
        </p:nvSpPr>
        <p:spPr>
          <a:xfrm>
            <a:off x="341376" y="1268730"/>
            <a:ext cx="11509248" cy="54864"/>
          </a:xfrm>
          <a:prstGeom prst="rect">
            <a:avLst/>
          </a:prstGeom>
          <a:solidFill>
            <a:srgbClr val="1C3557"/>
          </a:solidFill>
          <a:ln>
            <a:noFill/>
          </a:ln>
        </p:spPr>
        <p:txBody>
          <a:bodyPr/>
          <a:lstStyle/>
          <a:p/>
        </p:txBody>
      </p:sp>
      <p:sp>
        <p:nvSpPr>
          <p:cNvPr id="201" name="deco_col_divider"/>
          <p:cNvSpPr>
            <a:spLocks noGrp="1"/>
          </p:cNvSpPr>
          <p:nvPr/>
        </p:nvSpPr>
        <p:spPr>
          <a:xfrm>
            <a:off x="5925312" y="1337310"/>
            <a:ext cx="170688" cy="4354830"/>
          </a:xfrm>
          <a:prstGeom prst="rect">
            <a:avLst/>
          </a:prstGeom>
          <a:solidFill>
            <a:srgbClr val="BFD4EF"/>
          </a:solidFill>
          <a:ln>
            <a:noFill/>
          </a:ln>
        </p:spPr>
        <p:txBody>
          <a:bodyPr/>
          <a:lstStyle/>
          <a:p/>
        </p:txBody>
      </p:sp>
      <p:sp>
        <p:nvSpPr>
          <p:cNvPr id="8" name="タイトル 7">
            <a:extLst>
              <a:ext uri="{FF2B5EF4-FFF2-40B4-BE49-F238E27FC236}">
                <a16:creationId xmlns:a16="http://schemas.microsoft.com/office/drawing/2014/main" id="{8A4D2959-DC66-A124-52B8-8E8467A7D3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9" name="日付プレースホルダー 8">
            <a:extLst>
              <a:ext uri="{FF2B5EF4-FFF2-40B4-BE49-F238E27FC236}">
                <a16:creationId xmlns:a16="http://schemas.microsoft.com/office/drawing/2014/main" id="{AC78EFE3-FFBC-52AC-793F-A5AC5CEFBA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5/3/26</a:t>
            </a:fld>
            <a:endParaRPr lang="en-US"/>
          </a:p>
        </p:txBody>
      </p:sp>
      <p:sp>
        <p:nvSpPr>
          <p:cNvPr id="10" name="フッター プレースホルダー 9">
            <a:extLst>
              <a:ext uri="{FF2B5EF4-FFF2-40B4-BE49-F238E27FC236}">
                <a16:creationId xmlns:a16="http://schemas.microsoft.com/office/drawing/2014/main" id="{2885C4CB-8898-EE25-076E-20BC39DFAA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1" name="スライド番号プレースホルダー 10">
            <a:extLst>
              <a:ext uri="{FF2B5EF4-FFF2-40B4-BE49-F238E27FC236}">
                <a16:creationId xmlns:a16="http://schemas.microsoft.com/office/drawing/2014/main" id="{79D36539-24EF-59E1-CB5B-33D4B26D74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3" name="slot__body">
            <a:extLst>
              <a:ext uri="{FF2B5EF4-FFF2-40B4-BE49-F238E27FC236}">
                <a16:creationId xmlns:a16="http://schemas.microsoft.com/office/drawing/2014/main" id="{23D794FD-7998-B263-7A33-0D9A529D97EE}"/>
              </a:ext>
            </a:extLst>
          </p:cNvPr>
          <p:cNvSpPr>
            <a:spLocks noGrp="1"/>
          </p:cNvSpPr>
          <p:nvPr>
            <p:ph sz="quarter" idx="13" type="obj"/>
          </p:nvPr>
        </p:nvSpPr>
        <p:spPr>
          <a:xfrm>
            <a:off x="426720" y="1405890"/>
            <a:ext cx="5242560" cy="4286250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15" name="slot__references">
            <a:extLst>
              <a:ext uri="{FF2B5EF4-FFF2-40B4-BE49-F238E27FC236}">
                <a16:creationId xmlns:a16="http://schemas.microsoft.com/office/drawing/2014/main" id="{CE5D3923-D828-BFFF-25F1-02538CEB89C0}"/>
              </a:ext>
            </a:extLst>
          </p:cNvPr>
          <p:cNvSpPr>
            <a:spLocks noGrp="1"/>
          </p:cNvSpPr>
          <p:nvPr>
            <p:ph sz="quarter" idx="14" type="obj"/>
          </p:nvPr>
        </p:nvSpPr>
        <p:spPr>
          <a:xfrm>
            <a:off x="6278880" y="1405890"/>
            <a:ext cx="5486400" cy="4286250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with Caption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17712" y="1097280"/>
            <a:ext cx="7855134" cy="5024846"/>
          </a:xfrm>
          <a:noFill/>
          <a:ln>
            <a:noFill/>
          </a:ln>
        </p:spPr>
        <p:txBody>
          <a:bodyPr wrap="square" lIns="0" tIns="0" rIns="0" bIns="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algn="l"/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19952" y="1097280"/>
            <a:ext cx="3636916" cy="5024846"/>
          </a:xfrm>
          <a:noFill/>
          <a:ln>
            <a:noFill/>
          </a:ln>
        </p:spPr>
        <p:txBody>
          <a:bodyPr wrap="square" lIns="0" tIns="36576" rIns="0" bIns="0" anchor="t"/>
          <a:lstStyle>
            <a:lvl1pPr marL="0" indent="0">
              <a:buNone/>
              <a:defRPr sz="1400">
                <a:solidFill>
                  <a:srgbClr val="444444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algn="l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8" name="タイトル 7">
            <a:extLst>
              <a:ext uri="{FF2B5EF4-FFF2-40B4-BE49-F238E27FC236}">
                <a16:creationId xmlns:a16="http://schemas.microsoft.com/office/drawing/2014/main" id="{3E4DDDEC-1DB2-EF3B-AA3A-651334DC95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Vertical Tex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7" name="タイトル 6">
            <a:extLst>
              <a:ext uri="{FF2B5EF4-FFF2-40B4-BE49-F238E27FC236}">
                <a16:creationId xmlns:a16="http://schemas.microsoft.com/office/drawing/2014/main" id="{77F5274A-DA0B-755A-88F2-D3159180EE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 type="cust">
  <p:cSld name="three_cards_vertical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deco_h_card1_bg"/>
          <p:cNvSpPr>
            <a:spLocks noGrp="1"/>
          </p:cNvSpPr>
          <p:nvPr/>
        </p:nvSpPr>
        <p:spPr>
          <a:xfrm>
            <a:off x="365760" y="980694"/>
            <a:ext cx="3474720" cy="5472684"/>
          </a:xfrm>
          <a:prstGeom prst="rect">
            <a:avLst/>
          </a:prstGeom>
          <a:solidFill>
            <a:srgbClr val="E8F2FB"/>
          </a:solidFill>
          <a:ln>
            <a:noFill/>
          </a:ln>
        </p:spPr>
        <p:txBody>
          <a:bodyPr/>
          <a:lstStyle/>
          <a:p/>
        </p:txBody>
      </p:sp>
      <p:sp>
        <p:nvSpPr>
          <p:cNvPr id="201" name="deco_h_card1_hdr"/>
          <p:cNvSpPr>
            <a:spLocks noGrp="1"/>
          </p:cNvSpPr>
          <p:nvPr/>
        </p:nvSpPr>
        <p:spPr>
          <a:xfrm>
            <a:off x="365760" y="980694"/>
            <a:ext cx="3474720" cy="1028700"/>
          </a:xfrm>
          <a:prstGeom prst="rect">
            <a:avLst/>
          </a:prstGeom>
          <a:solidFill>
            <a:srgbClr val="1C3557"/>
          </a:solidFill>
          <a:ln>
            <a:noFill/>
          </a:ln>
        </p:spPr>
        <p:txBody>
          <a:bodyPr/>
          <a:lstStyle/>
          <a:p/>
        </p:txBody>
      </p:sp>
      <p:sp>
        <p:nvSpPr>
          <p:cNvPr id="202" name="deco_h_card1_acc"/>
          <p:cNvSpPr>
            <a:spLocks noGrp="1"/>
          </p:cNvSpPr>
          <p:nvPr/>
        </p:nvSpPr>
        <p:spPr>
          <a:xfrm>
            <a:off x="365760" y="980694"/>
            <a:ext cx="3474720" cy="48006"/>
          </a:xfrm>
          <a:prstGeom prst="rect">
            <a:avLst/>
          </a:prstGeom>
          <a:solidFill>
            <a:srgbClr val="E8763A"/>
          </a:solidFill>
          <a:ln>
            <a:noFill/>
          </a:ln>
        </p:spPr>
        <p:txBody>
          <a:bodyPr/>
          <a:lstStyle/>
          <a:p/>
        </p:txBody>
      </p:sp>
      <p:sp>
        <p:nvSpPr>
          <p:cNvPr id="203" name="deco_h_card2_bg"/>
          <p:cNvSpPr>
            <a:spLocks noGrp="1"/>
          </p:cNvSpPr>
          <p:nvPr/>
        </p:nvSpPr>
        <p:spPr>
          <a:xfrm>
            <a:off x="4364736" y="980694"/>
            <a:ext cx="3474720" cy="5472684"/>
          </a:xfrm>
          <a:prstGeom prst="rect">
            <a:avLst/>
          </a:prstGeom>
          <a:solidFill>
            <a:srgbClr val="E8F2FB"/>
          </a:solidFill>
          <a:ln>
            <a:noFill/>
          </a:ln>
        </p:spPr>
        <p:txBody>
          <a:bodyPr/>
          <a:lstStyle/>
          <a:p/>
        </p:txBody>
      </p:sp>
      <p:sp>
        <p:nvSpPr>
          <p:cNvPr id="204" name="deco_h_card2_hdr"/>
          <p:cNvSpPr>
            <a:spLocks noGrp="1"/>
          </p:cNvSpPr>
          <p:nvPr/>
        </p:nvSpPr>
        <p:spPr>
          <a:xfrm>
            <a:off x="4364736" y="980694"/>
            <a:ext cx="3474720" cy="1028700"/>
          </a:xfrm>
          <a:prstGeom prst="rect">
            <a:avLst/>
          </a:prstGeom>
          <a:solidFill>
            <a:srgbClr val="1C3557"/>
          </a:solidFill>
          <a:ln>
            <a:noFill/>
          </a:ln>
        </p:spPr>
        <p:txBody>
          <a:bodyPr/>
          <a:lstStyle/>
          <a:p/>
        </p:txBody>
      </p:sp>
      <p:sp>
        <p:nvSpPr>
          <p:cNvPr id="205" name="deco_h_card2_acc"/>
          <p:cNvSpPr>
            <a:spLocks noGrp="1"/>
          </p:cNvSpPr>
          <p:nvPr/>
        </p:nvSpPr>
        <p:spPr>
          <a:xfrm>
            <a:off x="4364736" y="980694"/>
            <a:ext cx="3474720" cy="48006"/>
          </a:xfrm>
          <a:prstGeom prst="rect">
            <a:avLst/>
          </a:prstGeom>
          <a:solidFill>
            <a:srgbClr val="E8763A"/>
          </a:solidFill>
          <a:ln>
            <a:noFill/>
          </a:ln>
        </p:spPr>
        <p:txBody>
          <a:bodyPr/>
          <a:lstStyle/>
          <a:p/>
        </p:txBody>
      </p:sp>
      <p:sp>
        <p:nvSpPr>
          <p:cNvPr id="206" name="deco_h_card3_bg"/>
          <p:cNvSpPr>
            <a:spLocks noGrp="1"/>
          </p:cNvSpPr>
          <p:nvPr/>
        </p:nvSpPr>
        <p:spPr>
          <a:xfrm>
            <a:off x="8351520" y="980694"/>
            <a:ext cx="3474720" cy="5472684"/>
          </a:xfrm>
          <a:prstGeom prst="rect">
            <a:avLst/>
          </a:prstGeom>
          <a:solidFill>
            <a:srgbClr val="E8F2FB"/>
          </a:solidFill>
          <a:ln>
            <a:noFill/>
          </a:ln>
        </p:spPr>
        <p:txBody>
          <a:bodyPr/>
          <a:lstStyle/>
          <a:p/>
        </p:txBody>
      </p:sp>
      <p:sp>
        <p:nvSpPr>
          <p:cNvPr id="207" name="deco_h_card3_hdr"/>
          <p:cNvSpPr>
            <a:spLocks noGrp="1"/>
          </p:cNvSpPr>
          <p:nvPr/>
        </p:nvSpPr>
        <p:spPr>
          <a:xfrm>
            <a:off x="8351520" y="980694"/>
            <a:ext cx="3474720" cy="1028700"/>
          </a:xfrm>
          <a:prstGeom prst="rect">
            <a:avLst/>
          </a:prstGeom>
          <a:solidFill>
            <a:srgbClr val="1C3557"/>
          </a:solidFill>
          <a:ln>
            <a:noFill/>
          </a:ln>
        </p:spPr>
        <p:txBody>
          <a:bodyPr/>
          <a:lstStyle/>
          <a:p/>
        </p:txBody>
      </p:sp>
      <p:sp>
        <p:nvSpPr>
          <p:cNvPr id="208" name="deco_h_card3_acc"/>
          <p:cNvSpPr>
            <a:spLocks noGrp="1"/>
          </p:cNvSpPr>
          <p:nvPr/>
        </p:nvSpPr>
        <p:spPr>
          <a:xfrm>
            <a:off x="8351520" y="980694"/>
            <a:ext cx="3474720" cy="48006"/>
          </a:xfrm>
          <a:prstGeom prst="rect">
            <a:avLst/>
          </a:prstGeom>
          <a:solidFill>
            <a:srgbClr val="E8763A"/>
          </a:solidFill>
          <a:ln>
            <a:noFill/>
          </a:ln>
        </p:spPr>
        <p:txBody>
          <a:bodyPr/>
          <a:lstStyle/>
          <a:p/>
        </p:txBody>
      </p:sp>
      <p:sp>
        <p:nvSpPr>
          <p:cNvPr id="8" name="タイトル 7">
            <a:extLst>
              <a:ext uri="{FF2B5EF4-FFF2-40B4-BE49-F238E27FC236}">
                <a16:creationId xmlns:a16="http://schemas.microsoft.com/office/drawing/2014/main" id="{8A4D2959-DC66-A124-52B8-8E8467A7D3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1648" y="219456"/>
            <a:ext cx="11728704" cy="644652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9" name="日付プレースホルダー 8">
            <a:extLst>
              <a:ext uri="{FF2B5EF4-FFF2-40B4-BE49-F238E27FC236}">
                <a16:creationId xmlns:a16="http://schemas.microsoft.com/office/drawing/2014/main" id="{AC78EFE3-FFBC-52AC-793F-A5AC5CEFBA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5/3/26</a:t>
            </a:fld>
            <a:endParaRPr lang="en-US"/>
          </a:p>
        </p:txBody>
      </p:sp>
      <p:sp>
        <p:nvSpPr>
          <p:cNvPr id="10" name="フッター プレースホルダー 9">
            <a:extLst>
              <a:ext uri="{FF2B5EF4-FFF2-40B4-BE49-F238E27FC236}">
                <a16:creationId xmlns:a16="http://schemas.microsoft.com/office/drawing/2014/main" id="{2885C4CB-8898-EE25-076E-20BC39DFAA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1" name="スライド番号プレースホルダー 10">
            <a:extLst>
              <a:ext uri="{FF2B5EF4-FFF2-40B4-BE49-F238E27FC236}">
                <a16:creationId xmlns:a16="http://schemas.microsoft.com/office/drawing/2014/main" id="{79D36539-24EF-59E1-CB5B-33D4B26D74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3" name="slot__card_1_combined_text">
            <a:extLst>
              <a:ext uri="{FF2B5EF4-FFF2-40B4-BE49-F238E27FC236}">
                <a16:creationId xmlns:a16="http://schemas.microsoft.com/office/drawing/2014/main" id="{23D794FD-7998-B263-7A33-0D9A529D97EE}"/>
              </a:ext>
            </a:extLst>
          </p:cNvPr>
          <p:cNvSpPr>
            <a:spLocks noGrp="1"/>
          </p:cNvSpPr>
          <p:nvPr>
            <p:ph sz="quarter" idx="13" type="obj"/>
          </p:nvPr>
        </p:nvSpPr>
        <p:spPr>
          <a:xfrm>
            <a:off x="463296" y="2064258"/>
            <a:ext cx="3279648" cy="4389120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15" name="slot__card_2_combined_text">
            <a:extLst>
              <a:ext uri="{FF2B5EF4-FFF2-40B4-BE49-F238E27FC236}">
                <a16:creationId xmlns:a16="http://schemas.microsoft.com/office/drawing/2014/main" id="{CE5D3923-D828-BFFF-25F1-02538CEB89C0}"/>
              </a:ext>
            </a:extLst>
          </p:cNvPr>
          <p:cNvSpPr>
            <a:spLocks noGrp="1"/>
          </p:cNvSpPr>
          <p:nvPr>
            <p:ph sz="quarter" idx="14" type="obj"/>
          </p:nvPr>
        </p:nvSpPr>
        <p:spPr>
          <a:xfrm>
            <a:off x="4462272" y="2064258"/>
            <a:ext cx="3279648" cy="4389120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16" name="slot__card_3_combined_text">
            <a:extLst>
              <a:ext uri="{FF2B5EF4-FFF2-40B4-BE49-F238E27FC236}">
                <a16:creationId xmlns:a16="http://schemas.microsoft.com/office/drawing/2014/main" id="{CE5D3923-D828-BFFF-25F1-02538CEB89C0}"/>
              </a:ext>
            </a:extLst>
          </p:cNvPr>
          <p:cNvSpPr>
            <a:spLocks noGrp="1"/>
          </p:cNvSpPr>
          <p:nvPr>
            <p:ph sz="quarter" idx="15" type="obj"/>
          </p:nvPr>
        </p:nvSpPr>
        <p:spPr>
          <a:xfrm>
            <a:off x="8449056" y="2064258"/>
            <a:ext cx="3279648" cy="4389120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17" name="slot__card_1_icon"/>
          <p:cNvSpPr>
            <a:spLocks noGrp="1"/>
          </p:cNvSpPr>
          <p:nvPr>
            <p:ph type="pic" idx="16"/>
          </p:nvPr>
        </p:nvSpPr>
        <p:spPr>
          <a:xfrm>
            <a:off x="1493520" y="1117854"/>
            <a:ext cx="1219200" cy="754380"/>
          </a:xfrm>
          <a:noFill/>
          <a:ln>
            <a:noFill/>
          </a:ln>
        </p:spPr>
        <p:txBody>
          <a:bodyPr wrap="square" lIns="0" tIns="0" rIns="0" bIns="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algn="l"/>
            <a:endParaRPr lang="en-US"/>
          </a:p>
        </p:txBody>
      </p:sp>
      <p:sp>
        <p:nvSpPr>
          <p:cNvPr id="18" name="slot__card_2_icon"/>
          <p:cNvSpPr>
            <a:spLocks noGrp="1"/>
          </p:cNvSpPr>
          <p:nvPr>
            <p:ph type="pic" idx="17"/>
          </p:nvPr>
        </p:nvSpPr>
        <p:spPr>
          <a:xfrm>
            <a:off x="5492496" y="1117854"/>
            <a:ext cx="1219200" cy="754380"/>
          </a:xfrm>
          <a:noFill/>
          <a:ln>
            <a:noFill/>
          </a:ln>
        </p:spPr>
        <p:txBody>
          <a:bodyPr wrap="square" lIns="0" tIns="0" rIns="0" bIns="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algn="l"/>
            <a:endParaRPr lang="en-US"/>
          </a:p>
        </p:txBody>
      </p:sp>
      <p:sp>
        <p:nvSpPr>
          <p:cNvPr id="19" name="slot__card_3_icon"/>
          <p:cNvSpPr>
            <a:spLocks noGrp="1"/>
          </p:cNvSpPr>
          <p:nvPr>
            <p:ph type="pic" idx="18"/>
          </p:nvPr>
        </p:nvSpPr>
        <p:spPr>
          <a:xfrm>
            <a:off x="9479280" y="1117854"/>
            <a:ext cx="1219200" cy="754380"/>
          </a:xfrm>
          <a:noFill/>
          <a:ln>
            <a:noFill/>
          </a:ln>
        </p:spPr>
        <p:txBody>
          <a:bodyPr wrap="square" lIns="0" tIns="0" rIns="0" bIns="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algn="l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26423" y="218737"/>
            <a:ext cx="11730445" cy="64519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6423" y="1095103"/>
            <a:ext cx="11730444" cy="503573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61108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65473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897292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457200" rtl="0" eaLnBrk="1" latinLnBrk="0" hangingPunct="1">
        <a:spcBef>
          <a:spcPct val="0"/>
        </a:spcBef>
        <a:buNone/>
        <a:defRPr sz="32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image" Target="../media/image3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ubtitle 1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>
              <a:buNone/>
            </a:pPr>
            <a:r>
              <a:t>Subtitle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buNone/>
            </a:pPr>
            <a:r>
              <a:t>Cover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buNone/>
            </a:pPr>
            <a:r>
              <a:t>Section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buNone/>
            </a:pPr>
            <a:r>
              <a:t>Agenda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3" sz="quarter"/>
          </p:nvPr>
        </p:nvSpPr>
        <p:spPr/>
        <p:txBody>
          <a:bodyPr/>
          <a:lstStyle/>
          <a:p>
            <a:r>
              <a:t>One</a:t>
            </a:r>
          </a:p>
          <a:p>
            <a:r>
              <a:t>Two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buNone/>
            </a:pPr>
            <a:r>
              <a:t>List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3" sz="quarter"/>
          </p:nvPr>
        </p:nvSpPr>
        <p:spPr/>
        <p:txBody>
          <a:bodyPr/>
          <a:lstStyle/>
          <a:p>
            <a:pPr/>
            <a:r>
              <a:t>A</a:t>
            </a:r>
          </a:p>
          <a:p>
            <a:pPr lvl="1"/>
            <a:r>
              <a:t>  B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buNone/>
            </a:pPr>
            <a:r>
              <a:t>Table</a:t>
            </a:r>
          </a:p>
        </p:txBody>
      </p:sp>
      <p:graphicFrame>
        <p:nvGraphicFramePr>
          <p:cNvPr id="3" name="Table Placeholder 2"/>
          <p:cNvGraphicFramePr>
            <a:graphicFrameLocks noGrp="1"/>
          </p:cNvGraphicFramePr>
          <p:nvPr>
            <p:ph type="tbl" idx="13" sz="quarter"/>
          </p:nvPr>
        </p:nvGraphicFramePr>
        <p:xfrm>
          <a:off x="426720" y="1405890"/>
          <a:ext cx="11338560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669280"/>
                <a:gridCol w="5669280"/>
              </a:tblGrid>
              <a:tr h="370840">
                <a:tc>
                  <a:txBody>
                    <a:bodyPr/>
                    <a:lstStyle/>
                    <a:p>
                      <a:r>
                        <a:t>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B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None/>
            </a:pPr>
            <a:r>
              <a:t>Old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>
              <a:buNone/>
            </a:pPr>
            <a:r>
              <a:t>New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buNone/>
            </a:pPr>
            <a:r>
              <a:t>Compare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idx="13" sz="quarter"/>
          </p:nvPr>
        </p:nvSpPr>
        <p:spPr/>
        <p:txBody>
          <a:bodyPr/>
          <a:lstStyle/>
          <a:p>
            <a:pPr>
              <a:buNone/>
            </a:pPr>
            <a:r>
              <a:t>Before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idx="14" sz="quarter"/>
          </p:nvPr>
        </p:nvSpPr>
        <p:spPr/>
        <p:txBody>
          <a:bodyPr/>
          <a:lstStyle/>
          <a:p>
            <a:pPr>
              <a:buNone/>
            </a:pPr>
            <a:r>
              <a:t>After</a:t>
            </a:r>
          </a:p>
        </p:txBody>
      </p:sp>
      <p:pic>
        <p:nvPicPr>
          <p:cNvPr id="7" name="Picture Placeholder 6" descr="image.png"/>
          <p:cNvPicPr>
            <a:picLocks noGrp="1" noChangeAspect="1"/>
          </p:cNvPicPr>
          <p:nvPr>
            <p:ph type="pic" idx="15"/>
          </p:nvPr>
        </p:nvPicPr>
        <p:blipFill>
          <a:blip r:embed="rId2"/>
          <a:srcRect t="5000" b="5000"/>
          <a:stretch>
            <a:fillRect/>
          </a:stretch>
        </p:blipFill>
        <p:spPr/>
      </p:pic>
      <p:pic>
        <p:nvPicPr>
          <p:cNvPr id="8" name="Picture Placeholder 7" descr="image.png"/>
          <p:cNvPicPr>
            <a:picLocks noGrp="1" noChangeAspect="1"/>
          </p:cNvPicPr>
          <p:nvPr>
            <p:ph type="pic" idx="16"/>
          </p:nvPr>
        </p:nvPicPr>
        <p:blipFill>
          <a:blip r:embed="rId2"/>
          <a:srcRect t="5000" b="5000"/>
          <a:stretch>
            <a:fillRect/>
          </a:stretch>
        </p:blipFill>
        <p:spPr/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buNone/>
            </a:pPr>
            <a:r>
              <a:t>Cards V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3" sz="quarter"/>
          </p:nvPr>
        </p:nvSpPr>
        <p:spPr/>
        <p:txBody>
          <a:bodyPr/>
          <a:lstStyle/>
          <a:p>
            <a:pPr>
              <a:buNone/>
            </a:pPr>
            <a:r>
              <a:t>A</a:t>
            </a:r>
          </a:p>
          <a:p>
            <a:pPr lvl="1">
              <a:buNone/>
            </a:pPr>
            <a:r>
              <a:t>AA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4" sz="quarter"/>
          </p:nvPr>
        </p:nvSpPr>
        <p:spPr/>
        <p:txBody>
          <a:bodyPr/>
          <a:lstStyle/>
          <a:p>
            <a:pPr>
              <a:buNone/>
            </a:pPr>
            <a:r>
              <a:t>B</a:t>
            </a:r>
          </a:p>
          <a:p>
            <a:pPr lvl="1">
              <a:buNone/>
            </a:pPr>
            <a:r>
              <a:t>BB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idx="15" sz="quarter"/>
          </p:nvPr>
        </p:nvSpPr>
        <p:spPr/>
        <p:txBody>
          <a:bodyPr/>
          <a:lstStyle/>
          <a:p>
            <a:pPr>
              <a:buNone/>
            </a:pPr>
            <a:r>
              <a:t>C</a:t>
            </a:r>
          </a:p>
          <a:p>
            <a:pPr lvl="1">
              <a:buNone/>
            </a:pPr>
            <a:r>
              <a:t>CC</a:t>
            </a:r>
          </a:p>
        </p:txBody>
      </p:sp>
      <p:pic>
        <p:nvPicPr>
          <p:cNvPr id="6" name="Picture Placeholder 5" descr="image.png"/>
          <p:cNvPicPr>
            <a:picLocks noGrp="1" noChangeAspect="1"/>
          </p:cNvPicPr>
          <p:nvPr>
            <p:ph type="pic" idx="16"/>
          </p:nvPr>
        </p:nvPicPr>
        <p:blipFill>
          <a:blip r:embed="rId2"/>
          <a:srcRect t="19062" b="19062"/>
          <a:stretch>
            <a:fillRect/>
          </a:stretch>
        </p:blipFill>
        <p:spPr/>
      </p:pic>
      <p:pic>
        <p:nvPicPr>
          <p:cNvPr id="7" name="Picture Placeholder 6" descr="image.png"/>
          <p:cNvPicPr>
            <a:picLocks noGrp="1" noChangeAspect="1"/>
          </p:cNvPicPr>
          <p:nvPr>
            <p:ph type="pic" idx="17"/>
          </p:nvPr>
        </p:nvPicPr>
        <p:blipFill>
          <a:blip r:embed="rId2"/>
          <a:srcRect t="19062" b="19062"/>
          <a:stretch>
            <a:fillRect/>
          </a:stretch>
        </p:blipFill>
        <p:spPr/>
      </p:pic>
      <p:pic>
        <p:nvPicPr>
          <p:cNvPr id="8" name="Picture Placeholder 7" descr="image.png"/>
          <p:cNvPicPr>
            <a:picLocks noGrp="1" noChangeAspect="1"/>
          </p:cNvPicPr>
          <p:nvPr>
            <p:ph type="pic" idx="18"/>
          </p:nvPr>
        </p:nvPicPr>
        <p:blipFill>
          <a:blip r:embed="rId2"/>
          <a:srcRect t="19062" b="19062"/>
          <a:stretch>
            <a:fillRect/>
          </a:stretch>
        </p:blipFill>
        <p:spPr/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ubtitle 1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buNone/>
            </a:pPr>
            <a:r>
              <a:t>Thanks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buNone/>
            </a:pPr>
            <a:r>
              <a:t>Chart</a:t>
            </a:r>
          </a:p>
        </p:txBody>
      </p:sp>
      <p:graphicFrame>
        <p:nvGraphicFramePr>
          <p:cNvPr id="3" name="Chart Placeholder 2"/>
          <p:cNvGraphicFramePr>
            <a:graphicFrameLocks noGrp="1"/>
          </p:cNvGraphicFramePr>
          <p:nvPr>
            <p:ph type="chart" idx="13" sz="quarter"/>
          </p:nvPr>
        </p:nvGraphicFramePr>
        <p:xfrm>
          <a:off x="426720" y="1405890"/>
          <a:ext cx="11338560" cy="428625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Placeholder 1" descr="image.png"/>
          <p:cNvPicPr>
            <a:picLocks noGrp="1" noChangeAspect="1"/>
          </p:cNvPicPr>
          <p:nvPr>
            <p:ph type="pic" idx="1"/>
          </p:nvPr>
        </p:nvPicPr>
        <p:blipFill>
          <a:blip r:embed="rId2"/>
          <a:srcRect t="18016" b="18016"/>
          <a:stretch>
            <a:fillRect/>
          </a:stretch>
        </p:blipFill>
        <p:spPr/>
      </p:pic>
      <p:sp>
        <p:nvSpPr>
          <p:cNvPr id="3" name="Text Placeholder 2"/>
          <p:cNvSpPr>
            <a:spLocks noGrp="1"/>
          </p:cNvSpPr>
          <p:nvPr>
            <p:ph type="body" idx="2" sz="half"/>
          </p:nvPr>
        </p:nvSpPr>
        <p:spPr/>
        <p:txBody>
          <a:bodyPr/>
          <a:lstStyle/>
          <a:p>
            <a:pPr>
              <a:buNone/>
            </a:pPr>
            <a:r>
              <a:t>Built-in picture placeholder rendering sample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buNone/>
            </a:pPr>
            <a:r>
              <a:t>Icon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buNone/>
            </a:pPr>
            <a:r>
              <a:t>Appendix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3" sz="quarter"/>
          </p:nvPr>
        </p:nvSpPr>
        <p:spPr/>
        <p:txBody>
          <a:bodyPr/>
          <a:lstStyle/>
          <a:p>
            <a:pPr>
              <a:buNone/>
            </a:pPr>
            <a:r>
              <a:t>Supporting notes</a:t>
            </a:r>
          </a:p>
          <a:p>
            <a:r>
              <a:t>Ref</a:t>
            </a:r>
          </a:p>
          <a:p>
            <a:r>
              <a:t>Checklist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4" sz="quarter"/>
          </p:nvPr>
        </p:nvSpPr>
        <p:spPr/>
        <p:txBody>
          <a:bodyPr/>
          <a:lstStyle/>
          <a:p>
            <a:r>
              <a:t>Source A</a:t>
            </a:r>
          </a:p>
          <a:p>
            <a:r>
              <a:t>Source B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BIZ UDPGothic">
      <a:majorFont>
        <a:latin typeface="BIZ UDPGothic"/>
        <a:ea typeface="BIZ UDPGothic"/>
        <a:cs typeface="BIZ UDPGothic"/>
      </a:majorFont>
      <a:minorFont>
        <a:latin typeface="BIZ UDPGothic"/>
        <a:ea typeface="BIZ UDPGothic"/>
        <a:cs typeface="BIZ UDPGothic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43</TotalTime>
  <Words>0</Words>
  <Application>Microsoft Macintosh PowerPoint</Application>
  <PresentationFormat>ワイド画面</PresentationFormat>
  <Paragraphs>0</Paragraphs>
  <Slides>0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2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0</vt:i4>
      </vt:variant>
    </vt:vector>
  </HeadingPairs>
  <TitlesOfParts>
    <vt:vector size="3" baseType="lpstr">
      <vt:lpstr>BIZ UDPGothic</vt:lpstr>
      <vt:lpstr>Arial</vt:lpstr>
      <vt:lpstr>Office Theme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向山 裕一朗</cp:lastModifiedBy>
  <cp:revision>2</cp:revision>
  <dcterms:created xsi:type="dcterms:W3CDTF">2013-01-27T09:14:16Z</dcterms:created>
  <dcterms:modified xsi:type="dcterms:W3CDTF">2026-05-03T05:48:05Z</dcterms:modified>
  <cp:category/>
</cp:coreProperties>
</file>