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77"/>
  </p:normalViewPr>
  <p:slideViewPr>
    <p:cSldViewPr snapToGrid="0" snapToObjects="1">
      <p:cViewPr varScale="1">
        <p:scale>
          <a:sx n="146" d="100"/>
          <a:sy n="146" d="100"/>
        </p:scale>
        <p:origin x="184" y="18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12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02920" y="3884023"/>
            <a:ext cx="7772400" cy="1463040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 algn="ctr">
              <a:buNone/>
              <a:defRPr sz="1800">
                <a:solidFill>
                  <a:srgbClr val="44444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Click to edit Master subtitle style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C72B98BA-869D-3750-C4A0-0819554AC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920" y="2376170"/>
            <a:ext cx="11290663" cy="1143000"/>
          </a:xfrm>
        </p:spPr>
        <p:txBody>
          <a:bodyPr/>
          <a:lstStyle>
            <a:lvl1pPr>
              <a:defRPr b="1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8" name="日付プレースホルダー 7">
            <a:extLst>
              <a:ext uri="{FF2B5EF4-FFF2-40B4-BE49-F238E27FC236}">
                <a16:creationId xmlns:a16="http://schemas.microsoft.com/office/drawing/2014/main" id="{075B6510-E118-0470-C854-7A1786F3A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9" name="フッター プレースホルダー 8">
            <a:extLst>
              <a:ext uri="{FF2B5EF4-FFF2-40B4-BE49-F238E27FC236}">
                <a16:creationId xmlns:a16="http://schemas.microsoft.com/office/drawing/2014/main" id="{3AD7D4C5-CFA3-A26C-9B40-00CB703ED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2001425E-CEBA-0160-3EC6-DCDB08720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11DAA64B-18C1-17A1-691C-30AB57B5A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6422" y="1114425"/>
            <a:ext cx="11730445" cy="4998992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2921" y="2333898"/>
            <a:ext cx="8229600" cy="1463040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1800">
                <a:solidFill>
                  <a:srgbClr val="44444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l"/>
            <a:r>
              <a:rPr lang="en-US"/>
              <a:t>Click to edit Master text styles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4E21F2C5-D692-C035-AB8E-E7F5E2278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921" y="1411812"/>
            <a:ext cx="11175274" cy="645196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8" name="日付プレースホルダー 7">
            <a:extLst>
              <a:ext uri="{FF2B5EF4-FFF2-40B4-BE49-F238E27FC236}">
                <a16:creationId xmlns:a16="http://schemas.microsoft.com/office/drawing/2014/main" id="{7D32573A-B4BF-D855-B118-082963284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9" name="フッター プレースホルダー 8">
            <a:extLst>
              <a:ext uri="{FF2B5EF4-FFF2-40B4-BE49-F238E27FC236}">
                <a16:creationId xmlns:a16="http://schemas.microsoft.com/office/drawing/2014/main" id="{516884CF-46E6-857C-323C-6CEAC6313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70805F50-61D4-6BF5-5910-DB5ACA39D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a16:creationId xmlns:a16="http://schemas.microsoft.com/office/drawing/2014/main" id="{8A4D2959-DC66-A124-52B8-8E8467A7D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日付プレースホルダー 8">
            <a:extLst>
              <a:ext uri="{FF2B5EF4-FFF2-40B4-BE49-F238E27FC236}">
                <a16:creationId xmlns:a16="http://schemas.microsoft.com/office/drawing/2014/main" id="{AC78EFE3-FFBC-52AC-793F-A5AC5CEFB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10" name="フッター プレースホルダー 9">
            <a:extLst>
              <a:ext uri="{FF2B5EF4-FFF2-40B4-BE49-F238E27FC236}">
                <a16:creationId xmlns:a16="http://schemas.microsoft.com/office/drawing/2014/main" id="{2885C4CB-8898-EE25-076E-20BC39DFA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79D36539-24EF-59E1-CB5B-33D4B26D7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コンテンツ プレースホルダー 12">
            <a:extLst>
              <a:ext uri="{FF2B5EF4-FFF2-40B4-BE49-F238E27FC236}">
                <a16:creationId xmlns:a16="http://schemas.microsoft.com/office/drawing/2014/main" id="{23D794FD-7998-B263-7A33-0D9A529D97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6423" y="1114652"/>
            <a:ext cx="5738812" cy="5016182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18056" y="1114652"/>
            <a:ext cx="5738812" cy="5016182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422" y="1049186"/>
            <a:ext cx="5712824" cy="502920"/>
          </a:xfrm>
          <a:noFill/>
          <a:ln>
            <a:noFill/>
          </a:ln>
        </p:spPr>
        <p:txBody>
          <a:bodyPr wrap="square" lIns="73152" tIns="36576" rIns="73152" bIns="0" anchor="ctr"/>
          <a:lstStyle>
            <a:lvl1pPr marL="0" indent="0" algn="ctr">
              <a:buNone/>
              <a:defRPr sz="1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algn="l"/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22818" y="1049186"/>
            <a:ext cx="5712824" cy="502920"/>
          </a:xfrm>
          <a:noFill/>
          <a:ln>
            <a:noFill/>
          </a:ln>
        </p:spPr>
        <p:txBody>
          <a:bodyPr wrap="square" lIns="73152" tIns="36576" rIns="73152" bIns="0" anchor="ctr"/>
          <a:lstStyle>
            <a:lvl1pPr marL="0" indent="0" algn="ctr">
              <a:buNone/>
              <a:defRPr sz="1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algn="l"/>
            <a:endParaRPr lang="en-US" dirty="0"/>
          </a:p>
        </p:txBody>
      </p:sp>
      <p:sp>
        <p:nvSpPr>
          <p:cNvPr id="10" name="タイトル 9">
            <a:extLst>
              <a:ext uri="{FF2B5EF4-FFF2-40B4-BE49-F238E27FC236}">
                <a16:creationId xmlns:a16="http://schemas.microsoft.com/office/drawing/2014/main" id="{742611C5-3334-7E2B-59D2-B8B829483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1" name="日付プレースホルダー 10">
            <a:extLst>
              <a:ext uri="{FF2B5EF4-FFF2-40B4-BE49-F238E27FC236}">
                <a16:creationId xmlns:a16="http://schemas.microsoft.com/office/drawing/2014/main" id="{873B0EB2-52CE-9FBE-5229-B24CF5D71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12" name="フッター プレースホルダー 11">
            <a:extLst>
              <a:ext uri="{FF2B5EF4-FFF2-40B4-BE49-F238E27FC236}">
                <a16:creationId xmlns:a16="http://schemas.microsoft.com/office/drawing/2014/main" id="{2A7F14D4-BBB3-0D79-5D1A-8E0282780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スライド番号プレースホルダー 12">
            <a:extLst>
              <a:ext uri="{FF2B5EF4-FFF2-40B4-BE49-F238E27FC236}">
                <a16:creationId xmlns:a16="http://schemas.microsoft.com/office/drawing/2014/main" id="{F8DE6177-18F6-D7A0-7D6F-64E793AF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05A5F16C-5213-8739-D5CC-71F95A8DD8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05421" y="1736725"/>
            <a:ext cx="5734051" cy="442894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7" name="コンテンツ プレースホルダー 16">
            <a:extLst>
              <a:ext uri="{FF2B5EF4-FFF2-40B4-BE49-F238E27FC236}">
                <a16:creationId xmlns:a16="http://schemas.microsoft.com/office/drawing/2014/main" id="{7736F04F-6D87-D6E7-D993-8E4670208CB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22817" y="1740444"/>
            <a:ext cx="5712825" cy="442894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5702" y="1419498"/>
            <a:ext cx="3383189" cy="470666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4F013160-CF05-FC39-74BC-3B8CEFD40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702" y="231291"/>
            <a:ext cx="3383189" cy="973621"/>
          </a:xfrm>
        </p:spPr>
        <p:txBody>
          <a:bodyPr/>
          <a:lstStyle>
            <a:lvl1pPr>
              <a:defRPr sz="18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0" name="コンテンツ プレースホルダー 9">
            <a:extLst>
              <a:ext uri="{FF2B5EF4-FFF2-40B4-BE49-F238E27FC236}">
                <a16:creationId xmlns:a16="http://schemas.microsoft.com/office/drawing/2014/main" id="{EABDED12-0D42-4603-CB2B-383FF79C3B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58214" y="231290"/>
            <a:ext cx="8068084" cy="5894873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17712" y="1097280"/>
            <a:ext cx="7855134" cy="5024846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19952" y="1097280"/>
            <a:ext cx="3636916" cy="5024846"/>
          </a:xfrm>
          <a:noFill/>
          <a:ln>
            <a:noFill/>
          </a:ln>
        </p:spPr>
        <p:txBody>
          <a:bodyPr wrap="square" lIns="0" tIns="36576" rIns="0" bIns="0" anchor="t"/>
          <a:lstStyle>
            <a:lvl1pPr marL="0" indent="0">
              <a:buNone/>
              <a:defRPr sz="1400">
                <a:solidFill>
                  <a:srgbClr val="444444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algn="l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3E4DDDEC-1DB2-EF3B-AA3A-651334DC9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cust">
  <p:cSld name="three_cards_horizont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a16:creationId xmlns:a16="http://schemas.microsoft.com/office/drawing/2014/main" id="{8A4D2959-DC66-A124-52B8-8E8467A7D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219456"/>
            <a:ext cx="11728704" cy="644652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日付プレースホルダー 8">
            <a:extLst>
              <a:ext uri="{FF2B5EF4-FFF2-40B4-BE49-F238E27FC236}">
                <a16:creationId xmlns:a16="http://schemas.microsoft.com/office/drawing/2014/main" id="{AC78EFE3-FFBC-52AC-793F-A5AC5CEFB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10" name="フッター プレースホルダー 9">
            <a:extLst>
              <a:ext uri="{FF2B5EF4-FFF2-40B4-BE49-F238E27FC236}">
                <a16:creationId xmlns:a16="http://schemas.microsoft.com/office/drawing/2014/main" id="{2885C4CB-8898-EE25-076E-20BC39DFA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79D36539-24EF-59E1-CB5B-33D4B26D7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コンテンツ プレースホルダー 12">
            <a:extLst>
              <a:ext uri="{FF2B5EF4-FFF2-40B4-BE49-F238E27FC236}">
                <a16:creationId xmlns:a16="http://schemas.microsoft.com/office/drawing/2014/main" id="{23D794FD-7998-B263-7A33-0D9A529D97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1648" y="1117854"/>
            <a:ext cx="3755136" cy="501319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18432" y="1117854"/>
            <a:ext cx="3755136" cy="501319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6" name="コンテンツ プレースホルダー 16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205216" y="1117854"/>
            <a:ext cx="3755136" cy="501319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cust">
  <p:cSld name="three_cards_vertic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a16:creationId xmlns:a16="http://schemas.microsoft.com/office/drawing/2014/main" id="{8A4D2959-DC66-A124-52B8-8E8467A7D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219456"/>
            <a:ext cx="11728704" cy="644652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日付プレースホルダー 8">
            <a:extLst>
              <a:ext uri="{FF2B5EF4-FFF2-40B4-BE49-F238E27FC236}">
                <a16:creationId xmlns:a16="http://schemas.microsoft.com/office/drawing/2014/main" id="{AC78EFE3-FFBC-52AC-793F-A5AC5CEFB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10" name="フッター プレースホルダー 9">
            <a:extLst>
              <a:ext uri="{FF2B5EF4-FFF2-40B4-BE49-F238E27FC236}">
                <a16:creationId xmlns:a16="http://schemas.microsoft.com/office/drawing/2014/main" id="{2885C4CB-8898-EE25-076E-20BC39DFA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79D36539-24EF-59E1-CB5B-33D4B26D7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コンテンツ プレースホルダー 12">
            <a:extLst>
              <a:ext uri="{FF2B5EF4-FFF2-40B4-BE49-F238E27FC236}">
                <a16:creationId xmlns:a16="http://schemas.microsoft.com/office/drawing/2014/main" id="{23D794FD-7998-B263-7A33-0D9A529D97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1648" y="1117854"/>
            <a:ext cx="11728704" cy="1467612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31648" y="2887218"/>
            <a:ext cx="11728704" cy="1467612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6" name="コンテンツ プレースホルダー 16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231648" y="4656582"/>
            <a:ext cx="11728704" cy="1467612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6423" y="218737"/>
            <a:ext cx="11730445" cy="645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423" y="1095103"/>
            <a:ext cx="11730444" cy="5035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1108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5473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9729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Subtitle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r>
              <a:t>One</a:t>
            </a:r>
          </a:p>
          <a:p>
            <a:r>
              <a:t>Two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658368" y="1920240"/>
            <a:ext cx="420624" cy="420624"/>
          </a:xfrm>
          <a:prstGeom prst="ellipse">
            <a:avLst/>
          </a:prstGeom>
          <a:solidFill>
            <a:srgbClr val="F8F9FB"/>
          </a:solidFill>
          <a:ln w="12700">
            <a:solidFill>
              <a:srgbClr val="E8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420624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2937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1847088"/>
            <a:ext cx="8577072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</a:rPr>
              <a:t>A</a:t>
            </a:r>
          </a:p>
        </p:txBody>
      </p:sp>
      <p:sp>
        <p:nvSpPr>
          <p:cNvPr id="7" name="Rectangle 6"/>
          <p:cNvSpPr/>
          <p:nvPr/>
        </p:nvSpPr>
        <p:spPr>
          <a:xfrm>
            <a:off x="1298448" y="2962656"/>
            <a:ext cx="9262872" cy="18288"/>
          </a:xfrm>
          <a:prstGeom prst="rect">
            <a:avLst/>
          </a:prstGeom>
          <a:solidFill>
            <a:srgbClr val="DE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6112" y="3108960"/>
            <a:ext cx="420624" cy="420624"/>
          </a:xfrm>
          <a:prstGeom prst="ellipse">
            <a:avLst/>
          </a:prstGeom>
          <a:solidFill>
            <a:srgbClr val="F8F9FB"/>
          </a:solidFill>
          <a:ln w="12700">
            <a:solidFill>
              <a:srgbClr val="E8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127248"/>
            <a:ext cx="420624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2937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6192" y="3035808"/>
            <a:ext cx="8339328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</a:rPr>
              <a:t>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6422" y="1114425"/>
          <a:ext cx="11730445" cy="4998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65222"/>
                <a:gridCol w="5865223"/>
              </a:tblGrid>
              <a:tr h="2499496">
                <a:tc>
                  <a:txBody>
                    <a:bodyPr/>
                    <a:lstStyle/>
                    <a:p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</a:t>
                      </a:r>
                    </a:p>
                  </a:txBody>
                  <a:tcPr/>
                </a:tc>
              </a:tr>
              <a:tr h="2499496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6" name="Content Placeholder 5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797296" y="3749039"/>
            <a:ext cx="384048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727272"/>
                </a:solidFill>
              </a:rPr>
              <a:t>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" y="2103120"/>
            <a:ext cx="5010912" cy="40690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2066544"/>
            <a:ext cx="5010912" cy="40690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94944" y="2029968"/>
            <a:ext cx="5010912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95728"/>
            <a:ext cx="420624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11111"/>
                </a:solidFill>
              </a:rPr>
              <a:t>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990088"/>
            <a:ext cx="4206240" cy="2057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34343"/>
                </a:solidFill>
              </a:rPr>
              <a:t>Before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19672" y="2103120"/>
            <a:ext cx="5010912" cy="40690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92240" y="2066544"/>
            <a:ext cx="5010912" cy="40690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73952" y="2029968"/>
            <a:ext cx="5010912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6288" y="2395728"/>
            <a:ext cx="420624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11111"/>
                </a:solidFill>
              </a:rPr>
              <a:t>New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6288" y="2990088"/>
            <a:ext cx="4206240" cy="2057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34343"/>
                </a:solidFill>
              </a:rPr>
              <a:t>After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Cards 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15" sz="quarter"/>
          </p:nvPr>
        </p:nvSpPr>
        <p:spPr/>
        <p:txBody>
          <a:bodyPr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12648" y="2103120"/>
            <a:ext cx="3456432" cy="38404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85216" y="2066544"/>
            <a:ext cx="3456432" cy="38404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2029968"/>
            <a:ext cx="3456432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542032"/>
            <a:ext cx="2834639" cy="49377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035808"/>
            <a:ext cx="2834639" cy="1645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34343"/>
                </a:solidFill>
              </a:rPr>
              <a:t>AA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5696" y="2103120"/>
            <a:ext cx="3456432" cy="38404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98264" y="2066544"/>
            <a:ext cx="3456432" cy="38404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79976" y="2029968"/>
            <a:ext cx="3456432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2542032"/>
            <a:ext cx="2834639" cy="49377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3035808"/>
            <a:ext cx="2834639" cy="1645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34343"/>
                </a:solidFill>
              </a:rPr>
              <a:t>BB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38744" y="2103120"/>
            <a:ext cx="3456432" cy="38404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11312" y="2066544"/>
            <a:ext cx="3456432" cy="38404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93024" y="2029968"/>
            <a:ext cx="3456432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2542032"/>
            <a:ext cx="2834639" cy="49377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035808"/>
            <a:ext cx="2834639" cy="1645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34343"/>
                </a:solidFill>
              </a:rPr>
              <a:t>CC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Cards 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15" sz="quarter"/>
          </p:nvPr>
        </p:nvSpPr>
        <p:spPr/>
        <p:txBody>
          <a:bodyPr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12648" y="2103120"/>
            <a:ext cx="3456432" cy="38404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85216" y="2066544"/>
            <a:ext cx="3456432" cy="38404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2029968"/>
            <a:ext cx="3456432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542032"/>
            <a:ext cx="2834639" cy="49377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035808"/>
            <a:ext cx="2834639" cy="1645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34343"/>
                </a:solidFill>
              </a:rPr>
              <a:t>AA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5696" y="2103120"/>
            <a:ext cx="3456432" cy="38404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98264" y="2066544"/>
            <a:ext cx="3456432" cy="38404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79976" y="2029968"/>
            <a:ext cx="3456432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2542032"/>
            <a:ext cx="2834639" cy="49377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3035808"/>
            <a:ext cx="2834639" cy="1645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34343"/>
                </a:solidFill>
              </a:rPr>
              <a:t>BB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38744" y="2103120"/>
            <a:ext cx="3456432" cy="38404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11312" y="2066544"/>
            <a:ext cx="3456432" cy="38404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93024" y="2029968"/>
            <a:ext cx="3456432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2542032"/>
            <a:ext cx="2834639" cy="49377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035808"/>
            <a:ext cx="2834639" cy="1645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34343"/>
                </a:solidFill>
              </a:rPr>
              <a:t>CC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2048256" y="1920240"/>
            <a:ext cx="228600" cy="22860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10512"/>
            <a:ext cx="12344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27272"/>
                </a:solidFill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42032" y="1792224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111"/>
                </a:solidFill>
              </a:rPr>
              <a:t>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2032" y="2121408"/>
            <a:ext cx="5504688" cy="822959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34343"/>
                </a:solidFill>
              </a:rPr>
              <a:t>Start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2011680"/>
            <a:ext cx="10241280" cy="1554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0" b="1">
                <a:solidFill>
                  <a:srgbClr val="111111"/>
                </a:solidFill>
              </a:rPr>
              <a:t>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383280"/>
            <a:ext cx="97840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27272"/>
                </a:solidFill>
              </a:rPr>
              <a:t>Customers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26422" y="1114425"/>
          <a:ext cx="11730445" cy="49989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  <p:txBody>
          <a:bodyPr/>
          <a:p/>
        </p:txBody>
      </p:sp>
      <p:sp>
        <p:nvSpPr>
          <p:cNvPr id="3" name="Text Placeholder 2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Icon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2084832"/>
            <a:ext cx="5715000" cy="41605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048256"/>
            <a:ext cx="5715000" cy="41605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2011680"/>
            <a:ext cx="57150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6896" y="3127248"/>
            <a:ext cx="1481328" cy="14813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922007" y="2194560"/>
            <a:ext cx="3822191" cy="3090672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94575" y="2157984"/>
            <a:ext cx="3822191" cy="309067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76288" y="2121408"/>
            <a:ext cx="3822191" cy="3090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27272"/>
                </a:solidFill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60120"/>
            <a:ext cx="7498079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</a:rPr>
              <a:t>Appendix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755648"/>
            <a:ext cx="10607040" cy="18288"/>
          </a:xfrm>
          <a:prstGeom prst="rect">
            <a:avLst/>
          </a:prstGeom>
          <a:solidFill>
            <a:srgbClr val="DE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9260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27272"/>
                </a:solidFill>
              </a:rPr>
              <a:t>Backup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73552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27272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255264"/>
            <a:ext cx="45262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</a:rPr>
              <a:t>Ref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15568" y="3657600"/>
            <a:ext cx="4251960" cy="18288"/>
          </a:xfrm>
          <a:prstGeom prst="rect">
            <a:avLst/>
          </a:prstGeom>
          <a:solidFill>
            <a:srgbClr val="DE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795528" y="1920240"/>
            <a:ext cx="10561320" cy="45262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883664"/>
            <a:ext cx="10561320" cy="452628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1847088"/>
            <a:ext cx="1056132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2139696"/>
            <a:ext cx="11887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27272"/>
                </a:solidFill>
              </a:rPr>
              <a:t>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2395728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</a:rPr>
              <a:t>Legacy API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2880360"/>
            <a:ext cx="2423160" cy="2148840"/>
          </a:xfrm>
          <a:prstGeom prst="roundRect">
            <a:avLst>
              <a:gd name="adj" fmla="val 8000"/>
            </a:avLst>
          </a:prstGeom>
          <a:solidFill>
            <a:srgbClr val="F8F9FB"/>
          </a:solidFill>
          <a:ln w="12700">
            <a:solidFill>
              <a:srgbClr val="E8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3081528"/>
            <a:ext cx="20116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27272"/>
                </a:solidFill>
              </a:rPr>
              <a:t>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3364992"/>
            <a:ext cx="1965960" cy="1417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34343"/>
                </a:solidFill>
              </a:rPr>
              <a:t>• Migrate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IZ UDPGothic">
      <a:majorFont>
        <a:latin typeface="BIZ UDPGothic"/>
        <a:ea typeface="BIZ UDPGothic"/>
        <a:cs typeface="BIZ UDPGothic"/>
      </a:majorFont>
      <a:minorFont>
        <a:latin typeface="BIZ UDPGothic"/>
        <a:ea typeface="BIZ UDPGothic"/>
        <a:cs typeface="BIZ UDP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0</Words>
  <Application>Microsoft Macintosh PowerPoint</Application>
  <PresentationFormat>ワイド画面</PresentationFormat>
  <Paragraphs>0</Paragraphs>
  <Slides>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0</vt:i4>
      </vt:variant>
    </vt:vector>
  </HeadingPairs>
  <TitlesOfParts>
    <vt:vector size="3" baseType="lpstr">
      <vt:lpstr>BIZ UDPGothic</vt:lpstr>
      <vt:lpstr>Arial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向山 裕一朗</cp:lastModifiedBy>
  <cp:revision>2</cp:revision>
  <dcterms:created xsi:type="dcterms:W3CDTF">2013-01-27T09:14:16Z</dcterms:created>
  <dcterms:modified xsi:type="dcterms:W3CDTF">2026-05-03T05:48:05Z</dcterms:modified>
  <cp:category/>
</cp:coreProperties>
</file>