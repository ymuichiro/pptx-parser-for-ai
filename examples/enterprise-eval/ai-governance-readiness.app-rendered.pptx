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77"/>
  </p:normalViewPr>
  <p:slideViewPr>
    <p:cSldViewPr snapToGrid="0" snapToObjects="1">
      <p:cViewPr varScale="1">
        <p:scale>
          <a:sx n="146" d="100"/>
          <a:sy n="146" d="100"/>
        </p:scale>
        <p:origin x="184" y="18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Intake coverage</c:v>
                </c:pt>
              </c:strCache>
            </c:strRef>
          </c:tx>
          <c:spPr>
            <a:solidFill>
              <a:srgbClr val="191919"/>
            </a:solidFill>
            <a:ln w="12700">
              <a:solidFill>
                <a:srgbClr val="191919"/>
              </a:solidFill>
            </a:ln>
          </c:spPr>
          <c:dPt>
            <c:idx val="0"/>
            <c:spPr>
              <a:solidFill>
                <a:srgbClr val="191919"/>
              </a:solidFill>
              <a:ln w="9525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191919"/>
              </a:solidFill>
              <a:ln w="9525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191919"/>
              </a:solidFill>
              <a:ln w="9525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191919"/>
              </a:solidFill>
              <a:ln w="9525">
                <a:solidFill>
                  <a:srgbClr val="FFFFFF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58</c:v>
                </c:pt>
                <c:pt idx="2">
                  <c:v>76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Evidence automation</c:v>
                </c:pt>
              </c:strCache>
            </c:strRef>
          </c:tx>
          <c:spPr>
            <a:solidFill>
              <a:srgbClr val="242424"/>
            </a:solidFill>
            <a:ln w="12700">
              <a:solidFill>
                <a:srgbClr val="242424"/>
              </a:solidFill>
            </a:ln>
          </c:spPr>
          <c:dPt>
            <c:idx val="0"/>
            <c:spPr>
              <a:solidFill>
                <a:srgbClr val="242424"/>
              </a:solidFill>
              <a:ln w="9525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242424"/>
              </a:solidFill>
              <a:ln w="9525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242424"/>
              </a:solidFill>
              <a:ln w="9525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242424"/>
              </a:solidFill>
              <a:ln w="9525">
                <a:solidFill>
                  <a:srgbClr val="FFFFFF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18</c:v>
                </c:pt>
                <c:pt idx="1">
                  <c:v>36</c:v>
                </c:pt>
                <c:pt idx="2">
                  <c:v>61</c:v>
                </c:pt>
                <c:pt idx="3">
                  <c:v>82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7620">
            <a:solidFill>
              <a:srgbClr val="D9D9D6"/>
            </a:solidFill>
          </a:ln>
        </c:spPr>
        <c:txPr>
          <a:bodyPr/>
          <a:lstStyle/>
          <a:p>
            <a:pPr>
              <a:defRPr sz="900">
                <a:solidFill>
                  <a:srgbClr val="666666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5715">
              <a:solidFill>
                <a:srgbClr val="D9D9D6"/>
              </a:solidFill>
            </a:ln>
          </c:spPr>
        </c:majorGridlines>
        <c:majorTickMark val="out"/>
        <c:minorTickMark val="none"/>
        <c:tickLblPos val="nextTo"/>
        <c:spPr>
          <a:ln w="7620">
            <a:solidFill>
              <a:srgbClr val="D9D9D6"/>
            </a:solidFill>
          </a:ln>
        </c:spPr>
        <c:txPr>
          <a:bodyPr/>
          <a:lstStyle/>
          <a:p>
            <a:pPr>
              <a:defRPr sz="900">
                <a:solidFill>
                  <a:srgbClr val="666666"/>
                </a:solidFill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666666"/>
          </a:solidFill>
          <a:latin typeface="Aptos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type="cust">
  <p:cSld name="cover_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deco_watermark_1"/>
          <p:cNvSpPr>
            <a:spLocks noGrp="1"/>
          </p:cNvSpPr>
          <p:nvPr/>
        </p:nvSpPr>
        <p:spPr>
          <a:xfrm>
            <a:off x="9083040" y="1028700"/>
            <a:ext cx="512064" cy="4251960"/>
          </a:xfrm>
          <a:prstGeom prst="parallelogram">
            <a:avLst/>
          </a:prstGeom>
          <a:solidFill>
            <a:srgbClr val="F0F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201" name="deco_watermark_2"/>
          <p:cNvSpPr>
            <a:spLocks noGrp="1"/>
          </p:cNvSpPr>
          <p:nvPr/>
        </p:nvSpPr>
        <p:spPr>
          <a:xfrm>
            <a:off x="10241280" y="720090"/>
            <a:ext cx="512064" cy="4251960"/>
          </a:xfrm>
          <a:prstGeom prst="parallelogram">
            <a:avLst/>
          </a:prstGeom>
          <a:solidFill>
            <a:srgbClr val="F0F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202" name="deco_visual_field"/>
          <p:cNvSpPr>
            <a:spLocks noGrp="1"/>
          </p:cNvSpPr>
          <p:nvPr/>
        </p:nvSpPr>
        <p:spPr>
          <a:xfrm>
            <a:off x="7741920" y="582930"/>
            <a:ext cx="3596640" cy="5212080"/>
          </a:xfrm>
          <a:prstGeom prst="roundRect">
            <a:avLst>
              <a:gd name="adj" fmla="val 3000"/>
            </a:avLst>
          </a:prstGeom>
          <a:solidFill>
            <a:srgbClr val="F4F4F2"/>
          </a:solidFill>
          <a:ln>
            <a:noFill/>
          </a:ln>
        </p:spPr>
        <p:txBody>
          <a:bodyPr/>
          <a:lstStyle/>
          <a:p/>
        </p:txBody>
      </p:sp>
      <p:sp>
        <p:nvSpPr>
          <p:cNvPr id="203" name="deco_title_line"/>
          <p:cNvSpPr>
            <a:spLocks noGrp="1"/>
          </p:cNvSpPr>
          <p:nvPr/>
        </p:nvSpPr>
        <p:spPr>
          <a:xfrm>
            <a:off x="731520" y="4491990"/>
            <a:ext cx="1767840" cy="61722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/>
          <a:lstStyle/>
          <a:p/>
        </p:txBody>
      </p:sp>
      <p:sp>
        <p:nvSpPr>
          <p:cNvPr id="204" name="deco_footer_line"/>
          <p:cNvSpPr>
            <a:spLocks noGrp="1"/>
          </p:cNvSpPr>
          <p:nvPr/>
        </p:nvSpPr>
        <p:spPr>
          <a:xfrm>
            <a:off x="731520" y="5932170"/>
            <a:ext cx="10546080" cy="27432"/>
          </a:xfrm>
          <a:prstGeom prst="rect">
            <a:avLst/>
          </a:prstGeom>
          <a:solidFill>
            <a:srgbClr val="D9D9D6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I_SUBTITLE"/>
          <p:cNvSpPr>
            <a:spLocks noGrp="1"/>
          </p:cNvSpPr>
          <p:nvPr>
            <p:ph type="subTitle" idx="1"/>
          </p:nvPr>
        </p:nvSpPr>
        <p:spPr>
          <a:xfrm>
            <a:off x="731520" y="3737610"/>
            <a:ext cx="6096000" cy="617220"/>
          </a:xfrm>
          <a:noFill/>
          <a:ln>
            <a:noFill/>
          </a:ln>
        </p:spPr>
        <p:txBody>
          <a:bodyPr wrap="square" lIns="0" tIns="0" rIns="0" bIns="0" anchor="t"/>
          <a:lstStyle>
            <a:lvl1pPr>
              <a:defRPr sz="2300">
                <a:solidFill>
                  <a:srgbClr val="242424"/>
                </a:solidFill>
              </a:defRPr>
            </a:lvl1pPr>
          </a:lstStyle>
          <a:p>
            <a:pPr algn="l"/>
            <a:r>
              <a:rPr lang="en-US" dirty="0"/>
              <a:t>Click to edit Master subtitle style</a:t>
            </a:r>
          </a:p>
        </p:txBody>
      </p:sp>
      <p:sp>
        <p:nvSpPr>
          <p:cNvPr id="7" name="AI_TITLE">
            <a:extLst>
              <a:ext uri="{FF2B5EF4-FFF2-40B4-BE49-F238E27FC236}">
                <a16:creationId xmlns:a16="http://schemas.microsoft.com/office/drawing/2014/main" id="{C72B98BA-869D-3750-C4A0-0819554AC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125980"/>
            <a:ext cx="6278880" cy="1405890"/>
          </a:xfrm>
        </p:spPr>
        <p:txBody>
          <a:bodyPr/>
          <a:lstStyle>
            <a:lvl1pPr>
              <a:defRPr sz="5000" b="1">
                <a:solidFill>
                  <a:srgbClr val="191919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8" name="日付プレースホルダー 7">
            <a:extLst>
              <a:ext uri="{FF2B5EF4-FFF2-40B4-BE49-F238E27FC236}">
                <a16:creationId xmlns:a16="http://schemas.microsoft.com/office/drawing/2014/main" id="{075B6510-E118-0470-C854-7A1786F3A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9" name="フッター プレースホルダー 8">
            <a:extLst>
              <a:ext uri="{FF2B5EF4-FFF2-40B4-BE49-F238E27FC236}">
                <a16:creationId xmlns:a16="http://schemas.microsoft.com/office/drawing/2014/main" id="{3AD7D4C5-CFA3-A26C-9B40-00CB703ED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2001425E-CEBA-0160-3EC6-DCDB08720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5" name="AI_DATE"/>
          <p:cNvSpPr>
            <a:spLocks noGrp="1"/>
          </p:cNvSpPr>
          <p:nvPr>
            <p:ph type="body" idx="13"/>
          </p:nvPr>
        </p:nvSpPr>
        <p:spPr>
          <a:xfrm>
            <a:off x="731520" y="4834890"/>
            <a:ext cx="2316480" cy="308610"/>
          </a:xfrm>
          <a:noFill/>
          <a:ln>
            <a:noFill/>
          </a:ln>
        </p:spPr>
        <p:txBody>
          <a:bodyPr wrap="square" lIns="0" tIns="0" rIns="0" bIns="0" anchor="t"/>
          <a:lstStyle>
            <a:lvl1pPr>
              <a:defRPr sz="1300">
                <a:solidFill>
                  <a:srgbClr val="666666"/>
                </a:solidFill>
              </a:defRPr>
            </a:lvl1pPr>
          </a:lstStyle>
          <a:p>
            <a:pPr algn="l"/>
            <a:r>
              <a:rPr lang="en-US" dirty="0"/>
              <a:t>Click to edit Master subtitle style</a:t>
            </a:r>
          </a:p>
        </p:txBody>
      </p:sp>
      <p:sp>
        <p:nvSpPr>
          <p:cNvPr id="206" name="AI_ORGANIZATION"/>
          <p:cNvSpPr>
            <a:spLocks noGrp="1"/>
          </p:cNvSpPr>
          <p:nvPr>
            <p:ph type="body" idx="14"/>
          </p:nvPr>
        </p:nvSpPr>
        <p:spPr>
          <a:xfrm>
            <a:off x="731520" y="5383530"/>
            <a:ext cx="4023360" cy="288036"/>
          </a:xfrm>
          <a:noFill/>
          <a:ln>
            <a:noFill/>
          </a:ln>
        </p:spPr>
        <p:txBody>
          <a:bodyPr wrap="square" lIns="0" tIns="0" rIns="0" bIns="0" anchor="t"/>
          <a:lstStyle>
            <a:lvl1pPr>
              <a:defRPr sz="1450">
                <a:solidFill>
                  <a:srgbClr val="666666"/>
                </a:solidFill>
              </a:defRPr>
            </a:lvl1pPr>
          </a:lstStyle>
          <a:p>
            <a:pPr algn="l"/>
            <a:r>
              <a:rPr lang="en-US" dirty="0"/>
              <a:t>Click to edit Master subtitle style</a:t>
            </a:r>
          </a:p>
        </p:txBody>
      </p:sp>
      <p:sp>
        <p:nvSpPr>
          <p:cNvPr id="207" name="AI_AUTHOR"/>
          <p:cNvSpPr>
            <a:spLocks noGrp="1"/>
          </p:cNvSpPr>
          <p:nvPr>
            <p:ph type="body" idx="15"/>
          </p:nvPr>
        </p:nvSpPr>
        <p:spPr>
          <a:xfrm>
            <a:off x="7802880" y="5383530"/>
            <a:ext cx="3474720" cy="288036"/>
          </a:xfrm>
          <a:noFill/>
          <a:ln>
            <a:noFill/>
          </a:ln>
        </p:spPr>
        <p:txBody>
          <a:bodyPr wrap="square" lIns="0" tIns="0" rIns="0" bIns="0" anchor="t"/>
          <a:lstStyle>
            <a:lvl1pPr>
              <a:defRPr sz="1450">
                <a:solidFill>
                  <a:srgbClr val="666666"/>
                </a:solidFill>
              </a:defRPr>
            </a:lvl1pPr>
          </a:lstStyle>
          <a:p>
            <a:pPr algn="l"/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type="cust">
  <p:cSld name="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deco_content_panel"/>
          <p:cNvSpPr>
            <a:spLocks noGrp="1"/>
          </p:cNvSpPr>
          <p:nvPr/>
        </p:nvSpPr>
        <p:spPr>
          <a:xfrm>
            <a:off x="280416" y="1419606"/>
            <a:ext cx="11631168" cy="4361688"/>
          </a:xfrm>
          <a:prstGeom prst="roundRect">
            <a:avLst>
              <a:gd name="adj" fmla="val 4500"/>
            </a:avLst>
          </a:prstGeom>
          <a:solidFill>
            <a:srgbClr val="F7F7F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1" name="deco_title_rule"/>
          <p:cNvSpPr>
            <a:spLocks noGrp="1"/>
          </p:cNvSpPr>
          <p:nvPr/>
        </p:nvSpPr>
        <p:spPr>
          <a:xfrm>
            <a:off x="670560" y="1028700"/>
            <a:ext cx="1158240" cy="48006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AI_TITLE">
            <a:extLst>
              <a:ext uri="{FF2B5EF4-FFF2-40B4-BE49-F238E27FC236}">
                <a16:creationId xmlns:a16="http://schemas.microsoft.com/office/drawing/2014/main" id="{11DAA64B-18C1-17A1-691C-30AB57B5A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356616"/>
            <a:ext cx="10728960" cy="617220"/>
          </a:xfrm>
        </p:spPr>
        <p:txBody>
          <a:bodyPr/>
          <a:lstStyle>
            <a:lvl1pPr>
              <a:defRPr sz="3200" b="1">
                <a:solidFill>
                  <a:srgbClr val="191919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9" name="AI_ITEMS">
            <a:extLst>
              <a:ext uri="{FF2B5EF4-FFF2-40B4-BE49-F238E27FC236}">
                <a16:creationId xmlns:a16="http://schemas.microsoft.com/office/drawing/2014/main" id="{9972CBED-8C1F-F962-DF1D-46CEC7DCCBC5}"/>
              </a:ext>
            </a:extLst>
          </p:cNvPr>
          <p:cNvSpPr>
            <a:spLocks noGrp="1"/>
          </p:cNvSpPr>
          <p:nvPr>
            <p:ph sz="quarter" idx="13" type="obj"/>
          </p:nvPr>
        </p:nvSpPr>
        <p:spPr>
          <a:xfrm>
            <a:off x="426720" y="1543050"/>
            <a:ext cx="11338560" cy="411480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0" name="AI_SUBTITLE">
            <a:extLst>
              <a:ext uri="{FF2B5EF4-FFF2-40B4-BE49-F238E27FC236}">
                <a16:creationId xmlns:a16="http://schemas.microsoft.com/office/drawing/2014/main" id="{9972CBED-8C1F-F962-DF1D-46CEC7DCCBC5}"/>
              </a:ext>
            </a:extLst>
          </p:cNvPr>
          <p:cNvSpPr>
            <a:spLocks noGrp="1"/>
          </p:cNvSpPr>
          <p:nvPr>
            <p:ph sz="quarter" idx="14" type="body"/>
          </p:nvPr>
        </p:nvSpPr>
        <p:spPr>
          <a:xfrm>
            <a:off x="670560" y="1042416"/>
            <a:ext cx="10728960" cy="377190"/>
          </a:xfrm>
        </p:spPr>
        <p:txBody>
          <a:bodyPr/>
          <a:lstStyle>
            <a:lvl1pPr>
              <a:defRPr sz="1450">
                <a:solidFill>
                  <a:srgbClr val="666666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type="cust">
  <p:cSld name="section_divi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deco_watermark_1"/>
          <p:cNvSpPr>
            <a:spLocks noGrp="1"/>
          </p:cNvSpPr>
          <p:nvPr/>
        </p:nvSpPr>
        <p:spPr>
          <a:xfrm>
            <a:off x="9083040" y="1028700"/>
            <a:ext cx="512064" cy="4251960"/>
          </a:xfrm>
          <a:prstGeom prst="parallelogram">
            <a:avLst/>
          </a:prstGeom>
          <a:solidFill>
            <a:srgbClr val="F0F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201" name="deco_watermark_2"/>
          <p:cNvSpPr>
            <a:spLocks noGrp="1"/>
          </p:cNvSpPr>
          <p:nvPr/>
        </p:nvSpPr>
        <p:spPr>
          <a:xfrm>
            <a:off x="10241280" y="720090"/>
            <a:ext cx="512064" cy="4251960"/>
          </a:xfrm>
          <a:prstGeom prst="parallelogram">
            <a:avLst/>
          </a:prstGeom>
          <a:solidFill>
            <a:srgbClr val="F0F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202" name="deco_section_line"/>
          <p:cNvSpPr>
            <a:spLocks noGrp="1"/>
          </p:cNvSpPr>
          <p:nvPr/>
        </p:nvSpPr>
        <p:spPr>
          <a:xfrm>
            <a:off x="731520" y="2571750"/>
            <a:ext cx="1341120" cy="54864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/>
          <a:lstStyle/>
          <a:p/>
        </p:txBody>
      </p:sp>
      <p:sp>
        <p:nvSpPr>
          <p:cNvPr id="203" name="deco_footer_line"/>
          <p:cNvSpPr>
            <a:spLocks noGrp="1"/>
          </p:cNvSpPr>
          <p:nvPr/>
        </p:nvSpPr>
        <p:spPr>
          <a:xfrm>
            <a:off x="731520" y="5932170"/>
            <a:ext cx="10546080" cy="27432"/>
          </a:xfrm>
          <a:prstGeom prst="rect">
            <a:avLst/>
          </a:prstGeom>
          <a:solidFill>
            <a:srgbClr val="D9D9D6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I_SUBTITLE"/>
          <p:cNvSpPr>
            <a:spLocks noGrp="1"/>
          </p:cNvSpPr>
          <p:nvPr>
            <p:ph type="body" idx="1"/>
          </p:nvPr>
        </p:nvSpPr>
        <p:spPr>
          <a:xfrm>
            <a:off x="731520" y="4080510"/>
            <a:ext cx="6583680" cy="548640"/>
          </a:xfrm>
          <a:noFill/>
          <a:ln>
            <a:noFill/>
          </a:ln>
        </p:spPr>
        <p:txBody>
          <a:bodyPr wrap="square" lIns="0" tIns="0" rIns="0" bIns="0" anchor="t"/>
          <a:lstStyle>
            <a:lvl1pPr>
              <a:defRPr sz="1800">
                <a:solidFill>
                  <a:srgbClr val="666666"/>
                </a:solidFill>
              </a:defRPr>
            </a:lvl1pPr>
          </a:lstStyle>
          <a:p>
            <a:pPr lvl="0" algn="l"/>
            <a:r>
              <a:rPr lang="en-US"/>
              <a:t>Click to edit Master text styles</a:t>
            </a:r>
          </a:p>
        </p:txBody>
      </p:sp>
      <p:sp>
        <p:nvSpPr>
          <p:cNvPr id="7" name="AI_TITLE">
            <a:extLst>
              <a:ext uri="{FF2B5EF4-FFF2-40B4-BE49-F238E27FC236}">
                <a16:creationId xmlns:a16="http://schemas.microsoft.com/office/drawing/2014/main" id="{4E21F2C5-D692-C035-AB8E-E7F5E2278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051810"/>
            <a:ext cx="6888480" cy="857250"/>
          </a:xfrm>
        </p:spPr>
        <p:txBody>
          <a:bodyPr/>
          <a:lstStyle>
            <a:lvl1pPr>
              <a:defRPr sz="4300" b="1">
                <a:solidFill>
                  <a:srgbClr val="191919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8" name="日付プレースホルダー 7">
            <a:extLst>
              <a:ext uri="{FF2B5EF4-FFF2-40B4-BE49-F238E27FC236}">
                <a16:creationId xmlns:a16="http://schemas.microsoft.com/office/drawing/2014/main" id="{7D32573A-B4BF-D855-B118-082963284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9" name="フッター プレースホルダー 8">
            <a:extLst>
              <a:ext uri="{FF2B5EF4-FFF2-40B4-BE49-F238E27FC236}">
                <a16:creationId xmlns:a16="http://schemas.microsoft.com/office/drawing/2014/main" id="{516884CF-46E6-857C-323C-6CEAC6313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70805F50-61D4-6BF5-5910-DB5ACA39D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4" name="AI_SECTION_NO"/>
          <p:cNvSpPr>
            <a:spLocks noGrp="1"/>
          </p:cNvSpPr>
          <p:nvPr>
            <p:ph type="body" idx="13"/>
          </p:nvPr>
        </p:nvSpPr>
        <p:spPr>
          <a:xfrm>
            <a:off x="670560" y="994410"/>
            <a:ext cx="3230880" cy="1303020"/>
          </a:xfrm>
          <a:noFill/>
          <a:ln>
            <a:noFill/>
          </a:ln>
        </p:spPr>
        <p:txBody>
          <a:bodyPr wrap="square" lIns="0" tIns="0" rIns="0" bIns="0" anchor="t"/>
          <a:lstStyle>
            <a:lvl1pPr>
              <a:defRPr sz="8600" b="1">
                <a:solidFill>
                  <a:srgbClr val="191919"/>
                </a:solidFill>
              </a:defRPr>
            </a:lvl1pPr>
          </a:lstStyle>
          <a:p>
            <a:pPr lvl="0" algn="l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type="cust">
  <p:cSld name="list_basic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deco_content_panel"/>
          <p:cNvSpPr>
            <a:spLocks noGrp="1"/>
          </p:cNvSpPr>
          <p:nvPr/>
        </p:nvSpPr>
        <p:spPr>
          <a:xfrm>
            <a:off x="280416" y="1419606"/>
            <a:ext cx="11631168" cy="4361688"/>
          </a:xfrm>
          <a:prstGeom prst="roundRect">
            <a:avLst>
              <a:gd name="adj" fmla="val 4500"/>
            </a:avLst>
          </a:prstGeom>
          <a:solidFill>
            <a:srgbClr val="F7F7F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1" name="deco_title_rule"/>
          <p:cNvSpPr>
            <a:spLocks noGrp="1"/>
          </p:cNvSpPr>
          <p:nvPr/>
        </p:nvSpPr>
        <p:spPr>
          <a:xfrm>
            <a:off x="670560" y="1028700"/>
            <a:ext cx="1158240" cy="48006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AI_TITLE">
            <a:extLst>
              <a:ext uri="{FF2B5EF4-FFF2-40B4-BE49-F238E27FC236}">
                <a16:creationId xmlns:a16="http://schemas.microsoft.com/office/drawing/2014/main" id="{11DAA64B-18C1-17A1-691C-30AB57B5A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356616"/>
            <a:ext cx="10728960" cy="617220"/>
          </a:xfrm>
        </p:spPr>
        <p:txBody>
          <a:bodyPr/>
          <a:lstStyle>
            <a:lvl1pPr>
              <a:defRPr sz="3200" b="1">
                <a:solidFill>
                  <a:srgbClr val="191919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9" name="AI_ITEMS">
            <a:extLst>
              <a:ext uri="{FF2B5EF4-FFF2-40B4-BE49-F238E27FC236}">
                <a16:creationId xmlns:a16="http://schemas.microsoft.com/office/drawing/2014/main" id="{9972CBED-8C1F-F962-DF1D-46CEC7DCCBC5}"/>
              </a:ext>
            </a:extLst>
          </p:cNvPr>
          <p:cNvSpPr>
            <a:spLocks noGrp="1"/>
          </p:cNvSpPr>
          <p:nvPr>
            <p:ph sz="quarter" idx="13" type="obj"/>
          </p:nvPr>
        </p:nvSpPr>
        <p:spPr>
          <a:xfrm>
            <a:off x="426720" y="1543050"/>
            <a:ext cx="11338560" cy="411480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0" name="AI_SUBTITLE">
            <a:extLst>
              <a:ext uri="{FF2B5EF4-FFF2-40B4-BE49-F238E27FC236}">
                <a16:creationId xmlns:a16="http://schemas.microsoft.com/office/drawing/2014/main" id="{9972CBED-8C1F-F962-DF1D-46CEC7DCCBC5}"/>
              </a:ext>
            </a:extLst>
          </p:cNvPr>
          <p:cNvSpPr>
            <a:spLocks noGrp="1"/>
          </p:cNvSpPr>
          <p:nvPr>
            <p:ph sz="quarter" idx="14" type="body"/>
          </p:nvPr>
        </p:nvSpPr>
        <p:spPr>
          <a:xfrm>
            <a:off x="670560" y="1042416"/>
            <a:ext cx="10728960" cy="377190"/>
          </a:xfrm>
        </p:spPr>
        <p:txBody>
          <a:bodyPr/>
          <a:lstStyle>
            <a:lvl1pPr>
              <a:defRPr sz="1450">
                <a:solidFill>
                  <a:srgbClr val="666666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type="cust">
  <p:cSld name="comparison_2co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deco_watermark_1"/>
          <p:cNvSpPr>
            <a:spLocks noGrp="1"/>
          </p:cNvSpPr>
          <p:nvPr/>
        </p:nvSpPr>
        <p:spPr>
          <a:xfrm>
            <a:off x="9083040" y="1028700"/>
            <a:ext cx="512064" cy="4251960"/>
          </a:xfrm>
          <a:prstGeom prst="parallelogram">
            <a:avLst/>
          </a:prstGeom>
          <a:solidFill>
            <a:srgbClr val="F0F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201" name="deco_watermark_2"/>
          <p:cNvSpPr>
            <a:spLocks noGrp="1"/>
          </p:cNvSpPr>
          <p:nvPr/>
        </p:nvSpPr>
        <p:spPr>
          <a:xfrm>
            <a:off x="10241280" y="720090"/>
            <a:ext cx="512064" cy="4251960"/>
          </a:xfrm>
          <a:prstGeom prst="parallelogram">
            <a:avLst/>
          </a:prstGeom>
          <a:solidFill>
            <a:srgbClr val="F0F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202" name="deco_left_panel"/>
          <p:cNvSpPr>
            <a:spLocks noGrp="1"/>
          </p:cNvSpPr>
          <p:nvPr/>
        </p:nvSpPr>
        <p:spPr>
          <a:xfrm>
            <a:off x="268224" y="1405890"/>
            <a:ext cx="5657088" cy="4491990"/>
          </a:xfrm>
          <a:prstGeom prst="roundRect">
            <a:avLst>
              <a:gd name="adj" fmla="val 4500"/>
            </a:avLst>
          </a:prstGeom>
          <a:solidFill>
            <a:srgbClr val="F7F7F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3" name="deco_right_panel"/>
          <p:cNvSpPr>
            <a:spLocks noGrp="1"/>
          </p:cNvSpPr>
          <p:nvPr/>
        </p:nvSpPr>
        <p:spPr>
          <a:xfrm>
            <a:off x="6266688" y="1405890"/>
            <a:ext cx="5657088" cy="4491990"/>
          </a:xfrm>
          <a:prstGeom prst="roundRect">
            <a:avLst>
              <a:gd name="adj" fmla="val 4500"/>
            </a:avLst>
          </a:prstGeom>
          <a:solidFill>
            <a:srgbClr val="F7F7F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4" name="deco_title_rule"/>
          <p:cNvSpPr>
            <a:spLocks noGrp="1"/>
          </p:cNvSpPr>
          <p:nvPr/>
        </p:nvSpPr>
        <p:spPr>
          <a:xfrm>
            <a:off x="670560" y="1028700"/>
            <a:ext cx="1158240" cy="48006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/>
          <a:lstStyle/>
          <a:p/>
        </p:txBody>
      </p:sp>
      <p:sp>
        <p:nvSpPr>
          <p:cNvPr id="205" name="deco_left_badge"/>
          <p:cNvSpPr>
            <a:spLocks noGrp="1"/>
          </p:cNvSpPr>
          <p:nvPr/>
        </p:nvSpPr>
        <p:spPr>
          <a:xfrm>
            <a:off x="829056" y="1611630"/>
            <a:ext cx="534924" cy="534924"/>
          </a:xfrm>
          <a:prstGeom prst="ellipse">
            <a:avLst/>
          </a:prstGeom>
          <a:solidFill>
            <a:srgbClr val="191919"/>
          </a:solidFill>
          <a:ln>
            <a:noFill/>
          </a:ln>
        </p:spPr>
        <p:txBody>
          <a:bodyPr/>
          <a:lstStyle/>
          <a:p/>
        </p:txBody>
      </p:sp>
      <p:sp>
        <p:nvSpPr>
          <p:cNvPr id="206" name="deco_right_badge"/>
          <p:cNvSpPr>
            <a:spLocks noGrp="1"/>
          </p:cNvSpPr>
          <p:nvPr/>
        </p:nvSpPr>
        <p:spPr>
          <a:xfrm>
            <a:off x="7046976" y="1611630"/>
            <a:ext cx="534924" cy="534924"/>
          </a:xfrm>
          <a:prstGeom prst="ellipse">
            <a:avLst/>
          </a:prstGeom>
          <a:solidFill>
            <a:srgbClr val="191919"/>
          </a:solidFill>
          <a:ln>
            <a:noFill/>
          </a:ln>
        </p:spPr>
        <p:txBody>
          <a:bodyPr/>
          <a:lstStyle/>
          <a:p/>
        </p:txBody>
      </p:sp>
      <p:sp>
        <p:nvSpPr>
          <p:cNvPr id="207" name="deco_divider"/>
          <p:cNvSpPr>
            <a:spLocks noGrp="1"/>
          </p:cNvSpPr>
          <p:nvPr/>
        </p:nvSpPr>
        <p:spPr>
          <a:xfrm>
            <a:off x="6071616" y="1543050"/>
            <a:ext cx="24384" cy="4149090"/>
          </a:xfrm>
          <a:prstGeom prst="rect">
            <a:avLst/>
          </a:prstGeom>
          <a:solidFill>
            <a:srgbClr val="D9D9D6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I_LEFT_TITLE"/>
          <p:cNvSpPr>
            <a:spLocks noGrp="1"/>
          </p:cNvSpPr>
          <p:nvPr>
            <p:ph type="body" idx="1"/>
          </p:nvPr>
        </p:nvSpPr>
        <p:spPr>
          <a:xfrm>
            <a:off x="1463040" y="1728216"/>
            <a:ext cx="3657600" cy="377190"/>
          </a:xfrm>
          <a:noFill/>
          <a:ln>
            <a:noFill/>
          </a:ln>
        </p:spPr>
        <p:txBody>
          <a:bodyPr wrap="square" lIns="73152" tIns="36576" rIns="73152" bIns="0" anchor="ctr"/>
          <a:lstStyle>
            <a:lvl1pPr>
              <a:defRPr sz="1550" b="1">
                <a:solidFill>
                  <a:srgbClr val="191919"/>
                </a:solidFill>
              </a:defRPr>
            </a:lvl1pPr>
          </a:lstStyle>
          <a:p>
            <a:pPr lvl="0" algn="l"/>
            <a:endParaRPr lang="en-US" dirty="0"/>
          </a:p>
        </p:txBody>
      </p:sp>
      <p:sp>
        <p:nvSpPr>
          <p:cNvPr id="5" name="AI_RIGHT_TITLE"/>
          <p:cNvSpPr>
            <a:spLocks noGrp="1"/>
          </p:cNvSpPr>
          <p:nvPr>
            <p:ph type="body" sz="quarter" idx="3"/>
          </p:nvPr>
        </p:nvSpPr>
        <p:spPr>
          <a:xfrm>
            <a:off x="7680960" y="1728216"/>
            <a:ext cx="3657600" cy="377190"/>
          </a:xfrm>
          <a:noFill/>
          <a:ln>
            <a:noFill/>
          </a:ln>
        </p:spPr>
        <p:txBody>
          <a:bodyPr wrap="square" lIns="73152" tIns="36576" rIns="73152" bIns="0" anchor="ctr"/>
          <a:lstStyle>
            <a:lvl1pPr>
              <a:defRPr sz="1550" b="1">
                <a:solidFill>
                  <a:srgbClr val="191919"/>
                </a:solidFill>
              </a:defRPr>
            </a:lvl1pPr>
          </a:lstStyle>
          <a:p>
            <a:pPr lvl="0" algn="l"/>
            <a:endParaRPr lang="en-US" dirty="0"/>
          </a:p>
        </p:txBody>
      </p:sp>
      <p:sp>
        <p:nvSpPr>
          <p:cNvPr id="10" name="AI_TITLE">
            <a:extLst>
              <a:ext uri="{FF2B5EF4-FFF2-40B4-BE49-F238E27FC236}">
                <a16:creationId xmlns:a16="http://schemas.microsoft.com/office/drawing/2014/main" id="{742611C5-3334-7E2B-59D2-B8B829483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356616"/>
            <a:ext cx="10728960" cy="617220"/>
          </a:xfrm>
        </p:spPr>
        <p:txBody>
          <a:bodyPr/>
          <a:lstStyle>
            <a:lvl1pPr>
              <a:defRPr sz="3200" b="1">
                <a:solidFill>
                  <a:srgbClr val="191919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1" name="日付プレースホルダー 10">
            <a:extLst>
              <a:ext uri="{FF2B5EF4-FFF2-40B4-BE49-F238E27FC236}">
                <a16:creationId xmlns:a16="http://schemas.microsoft.com/office/drawing/2014/main" id="{873B0EB2-52CE-9FBE-5229-B24CF5D71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12" name="フッター プレースホルダー 11">
            <a:extLst>
              <a:ext uri="{FF2B5EF4-FFF2-40B4-BE49-F238E27FC236}">
                <a16:creationId xmlns:a16="http://schemas.microsoft.com/office/drawing/2014/main" id="{2A7F14D4-BBB3-0D79-5D1A-8E0282780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スライド番号プレースホルダー 12">
            <a:extLst>
              <a:ext uri="{FF2B5EF4-FFF2-40B4-BE49-F238E27FC236}">
                <a16:creationId xmlns:a16="http://schemas.microsoft.com/office/drawing/2014/main" id="{F8DE6177-18F6-D7A0-7D6F-64E793AF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AI_LEFT_DESCRIPTION">
            <a:extLst>
              <a:ext uri="{FF2B5EF4-FFF2-40B4-BE49-F238E27FC236}">
                <a16:creationId xmlns:a16="http://schemas.microsoft.com/office/drawing/2014/main" id="{05A5F16C-5213-8739-D5CC-71F95A8DD83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0560" y="2263140"/>
            <a:ext cx="4754880" cy="891540"/>
          </a:xfrm>
        </p:spPr>
        <p:txBody>
          <a:bodyPr/>
          <a:lstStyle>
            <a:lvl1pPr>
              <a:defRPr sz="1350">
                <a:solidFill>
                  <a:srgbClr val="666666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7" name="AI_RIGHT_DESCRIPTION">
            <a:extLst>
              <a:ext uri="{FF2B5EF4-FFF2-40B4-BE49-F238E27FC236}">
                <a16:creationId xmlns:a16="http://schemas.microsoft.com/office/drawing/2014/main" id="{7736F04F-6D87-D6E7-D993-8E4670208CB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88480" y="2263140"/>
            <a:ext cx="4754880" cy="891540"/>
          </a:xfrm>
        </p:spPr>
        <p:txBody>
          <a:bodyPr/>
          <a:lstStyle>
            <a:lvl1pPr>
              <a:defRPr sz="1350">
                <a:solidFill>
                  <a:srgbClr val="666666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8" name="AI_SUBTITLE">
            <a:extLst>
              <a:ext uri="{FF2B5EF4-FFF2-40B4-BE49-F238E27FC236}">
                <a16:creationId xmlns:a16="http://schemas.microsoft.com/office/drawing/2014/main" id="{05A5F16C-5213-8739-D5CC-71F95A8DD83A}"/>
              </a:ext>
            </a:extLst>
          </p:cNvPr>
          <p:cNvSpPr>
            <a:spLocks noGrp="1"/>
          </p:cNvSpPr>
          <p:nvPr>
            <p:ph sz="quarter" idx="19" type="body"/>
          </p:nvPr>
        </p:nvSpPr>
        <p:spPr>
          <a:xfrm>
            <a:off x="670560" y="1042416"/>
            <a:ext cx="10728960" cy="342900"/>
          </a:xfrm>
        </p:spPr>
        <p:txBody>
          <a:bodyPr/>
          <a:lstStyle>
            <a:lvl1pPr>
              <a:defRPr sz="1400">
                <a:solidFill>
                  <a:srgbClr val="666666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9" name="AI_LEFT_BULLETS">
            <a:extLst>
              <a:ext uri="{FF2B5EF4-FFF2-40B4-BE49-F238E27FC236}">
                <a16:creationId xmlns:a16="http://schemas.microsoft.com/office/drawing/2014/main" id="{05A5F16C-5213-8739-D5CC-71F95A8DD83A}"/>
              </a:ext>
            </a:extLst>
          </p:cNvPr>
          <p:cNvSpPr>
            <a:spLocks noGrp="1"/>
          </p:cNvSpPr>
          <p:nvPr>
            <p:ph sz="quarter" idx="17" type="obj"/>
          </p:nvPr>
        </p:nvSpPr>
        <p:spPr>
          <a:xfrm>
            <a:off x="670560" y="3326130"/>
            <a:ext cx="4754880" cy="1954530"/>
          </a:xfrm>
        </p:spPr>
        <p:txBody>
          <a:bodyPr/>
          <a:lstStyle>
            <a:lvl1pPr>
              <a:defRPr sz="1250">
                <a:solidFill>
                  <a:srgbClr val="666666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20" name="AI_RIGHT_BULLETS">
            <a:extLst>
              <a:ext uri="{FF2B5EF4-FFF2-40B4-BE49-F238E27FC236}">
                <a16:creationId xmlns:a16="http://schemas.microsoft.com/office/drawing/2014/main" id="{7736F04F-6D87-D6E7-D993-8E4670208CB6}"/>
              </a:ext>
            </a:extLst>
          </p:cNvPr>
          <p:cNvSpPr>
            <a:spLocks noGrp="1"/>
          </p:cNvSpPr>
          <p:nvPr>
            <p:ph sz="quarter" idx="18" type="obj"/>
          </p:nvPr>
        </p:nvSpPr>
        <p:spPr>
          <a:xfrm>
            <a:off x="6888480" y="3326130"/>
            <a:ext cx="4754880" cy="1954530"/>
          </a:xfrm>
        </p:spPr>
        <p:txBody>
          <a:bodyPr/>
          <a:lstStyle>
            <a:lvl1pPr>
              <a:defRPr sz="1250">
                <a:solidFill>
                  <a:srgbClr val="666666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21" name="AI_LEFT_ICON"/>
          <p:cNvSpPr>
            <a:spLocks noGrp="1"/>
          </p:cNvSpPr>
          <p:nvPr>
            <p:ph type="pic" idx="15"/>
          </p:nvPr>
        </p:nvSpPr>
        <p:spPr>
          <a:xfrm>
            <a:off x="973074" y="1755648"/>
            <a:ext cx="246888" cy="246888"/>
          </a:xfrm>
          <a:noFill/>
          <a:ln>
            <a:noFill/>
          </a:ln>
        </p:spPr>
        <p:txBody>
          <a:bodyPr wrap="square" lIns="0" tIns="0" rIns="0" bIns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algn="l"/>
            <a:endParaRPr lang="en-US"/>
          </a:p>
        </p:txBody>
      </p:sp>
      <p:sp>
        <p:nvSpPr>
          <p:cNvPr id="22" name="AI_RIGHT_ICON"/>
          <p:cNvSpPr>
            <a:spLocks noGrp="1"/>
          </p:cNvSpPr>
          <p:nvPr>
            <p:ph type="pic" idx="16"/>
          </p:nvPr>
        </p:nvSpPr>
        <p:spPr>
          <a:xfrm>
            <a:off x="7190994" y="1755648"/>
            <a:ext cx="246888" cy="246888"/>
          </a:xfrm>
          <a:noFill/>
          <a:ln>
            <a:noFill/>
          </a:ln>
        </p:spPr>
        <p:txBody>
          <a:bodyPr wrap="square" lIns="0" tIns="0" rIns="0" bIns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type="cust">
  <p:cSld name="table_basic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deco_content_panel"/>
          <p:cNvSpPr>
            <a:spLocks noGrp="1"/>
          </p:cNvSpPr>
          <p:nvPr/>
        </p:nvSpPr>
        <p:spPr>
          <a:xfrm>
            <a:off x="280416" y="1419606"/>
            <a:ext cx="11631168" cy="3675888"/>
          </a:xfrm>
          <a:prstGeom prst="roundRect">
            <a:avLst>
              <a:gd name="adj" fmla="val 4500"/>
            </a:avLst>
          </a:prstGeom>
          <a:solidFill>
            <a:srgbClr val="F7F7F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1" name="deco_title_rule"/>
          <p:cNvSpPr>
            <a:spLocks noGrp="1"/>
          </p:cNvSpPr>
          <p:nvPr/>
        </p:nvSpPr>
        <p:spPr>
          <a:xfrm>
            <a:off x="670560" y="1028700"/>
            <a:ext cx="1158240" cy="48006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AI_TITLE">
            <a:extLst>
              <a:ext uri="{FF2B5EF4-FFF2-40B4-BE49-F238E27FC236}">
                <a16:creationId xmlns:a16="http://schemas.microsoft.com/office/drawing/2014/main" id="{11DAA64B-18C1-17A1-691C-30AB57B5A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356616"/>
            <a:ext cx="10728960" cy="617220"/>
          </a:xfrm>
        </p:spPr>
        <p:txBody>
          <a:bodyPr/>
          <a:lstStyle>
            <a:lvl1pPr>
              <a:defRPr sz="3200" b="1">
                <a:solidFill>
                  <a:srgbClr val="191919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9" name="AI_TABLE">
            <a:extLst>
              <a:ext uri="{FF2B5EF4-FFF2-40B4-BE49-F238E27FC236}">
                <a16:creationId xmlns:a16="http://schemas.microsoft.com/office/drawing/2014/main" id="{9972CBED-8C1F-F962-DF1D-46CEC7DCCBC5}"/>
              </a:ext>
            </a:extLst>
          </p:cNvPr>
          <p:cNvSpPr>
            <a:spLocks noGrp="1"/>
          </p:cNvSpPr>
          <p:nvPr>
            <p:ph sz="quarter" idx="13" type="tbl"/>
          </p:nvPr>
        </p:nvSpPr>
        <p:spPr>
          <a:xfrm>
            <a:off x="426720" y="1543050"/>
            <a:ext cx="11338560" cy="342900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0" name="AI_SUBTITLE">
            <a:extLst>
              <a:ext uri="{FF2B5EF4-FFF2-40B4-BE49-F238E27FC236}">
                <a16:creationId xmlns:a16="http://schemas.microsoft.com/office/drawing/2014/main" id="{9972CBED-8C1F-F962-DF1D-46CEC7DCCBC5}"/>
              </a:ext>
            </a:extLst>
          </p:cNvPr>
          <p:cNvSpPr>
            <a:spLocks noGrp="1"/>
          </p:cNvSpPr>
          <p:nvPr>
            <p:ph sz="quarter" idx="14" type="body"/>
          </p:nvPr>
        </p:nvSpPr>
        <p:spPr>
          <a:xfrm>
            <a:off x="670560" y="1042416"/>
            <a:ext cx="10728960" cy="377190"/>
          </a:xfrm>
        </p:spPr>
        <p:txBody>
          <a:bodyPr/>
          <a:lstStyle>
            <a:lvl1pPr>
              <a:defRPr sz="1450">
                <a:solidFill>
                  <a:srgbClr val="666666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1" name="AI_CAPTION">
            <a:extLst>
              <a:ext uri="{FF2B5EF4-FFF2-40B4-BE49-F238E27FC236}">
                <a16:creationId xmlns:a16="http://schemas.microsoft.com/office/drawing/2014/main" id="{9972CBED-8C1F-F962-DF1D-46CEC7DCCBC5}"/>
              </a:ext>
            </a:extLst>
          </p:cNvPr>
          <p:cNvSpPr>
            <a:spLocks noGrp="1"/>
          </p:cNvSpPr>
          <p:nvPr>
            <p:ph sz="quarter" idx="15" type="body"/>
          </p:nvPr>
        </p:nvSpPr>
        <p:spPr>
          <a:xfrm>
            <a:off x="426720" y="5349240"/>
            <a:ext cx="11338560" cy="377190"/>
          </a:xfrm>
        </p:spPr>
        <p:txBody>
          <a:bodyPr/>
          <a:lstStyle>
            <a:lvl1pPr>
              <a:defRPr sz="1250">
                <a:solidFill>
                  <a:srgbClr val="666666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type="cust">
  <p:cSld name="chart_basic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deco_content_panel"/>
          <p:cNvSpPr>
            <a:spLocks noGrp="1"/>
          </p:cNvSpPr>
          <p:nvPr/>
        </p:nvSpPr>
        <p:spPr>
          <a:xfrm>
            <a:off x="280416" y="1419606"/>
            <a:ext cx="11631168" cy="3675888"/>
          </a:xfrm>
          <a:prstGeom prst="roundRect">
            <a:avLst>
              <a:gd name="adj" fmla="val 4500"/>
            </a:avLst>
          </a:prstGeom>
          <a:solidFill>
            <a:srgbClr val="F7F7F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1" name="deco_title_rule"/>
          <p:cNvSpPr>
            <a:spLocks noGrp="1"/>
          </p:cNvSpPr>
          <p:nvPr/>
        </p:nvSpPr>
        <p:spPr>
          <a:xfrm>
            <a:off x="670560" y="1028700"/>
            <a:ext cx="1158240" cy="48006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AI_TITLE">
            <a:extLst>
              <a:ext uri="{FF2B5EF4-FFF2-40B4-BE49-F238E27FC236}">
                <a16:creationId xmlns:a16="http://schemas.microsoft.com/office/drawing/2014/main" id="{11DAA64B-18C1-17A1-691C-30AB57B5A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356616"/>
            <a:ext cx="10728960" cy="617220"/>
          </a:xfrm>
        </p:spPr>
        <p:txBody>
          <a:bodyPr/>
          <a:lstStyle>
            <a:lvl1pPr>
              <a:defRPr sz="3200" b="1">
                <a:solidFill>
                  <a:srgbClr val="191919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9" name="AI_CHART">
            <a:extLst>
              <a:ext uri="{FF2B5EF4-FFF2-40B4-BE49-F238E27FC236}">
                <a16:creationId xmlns:a16="http://schemas.microsoft.com/office/drawing/2014/main" id="{9972CBED-8C1F-F962-DF1D-46CEC7DCCBC5}"/>
              </a:ext>
            </a:extLst>
          </p:cNvPr>
          <p:cNvSpPr>
            <a:spLocks noGrp="1"/>
          </p:cNvSpPr>
          <p:nvPr>
            <p:ph sz="quarter" idx="13" type="chart"/>
          </p:nvPr>
        </p:nvSpPr>
        <p:spPr>
          <a:xfrm>
            <a:off x="426720" y="1543050"/>
            <a:ext cx="11338560" cy="342900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0" name="AI_SUBTITLE">
            <a:extLst>
              <a:ext uri="{FF2B5EF4-FFF2-40B4-BE49-F238E27FC236}">
                <a16:creationId xmlns:a16="http://schemas.microsoft.com/office/drawing/2014/main" id="{9972CBED-8C1F-F962-DF1D-46CEC7DCCBC5}"/>
              </a:ext>
            </a:extLst>
          </p:cNvPr>
          <p:cNvSpPr>
            <a:spLocks noGrp="1"/>
          </p:cNvSpPr>
          <p:nvPr>
            <p:ph sz="quarter" idx="14" type="body"/>
          </p:nvPr>
        </p:nvSpPr>
        <p:spPr>
          <a:xfrm>
            <a:off x="670560" y="1042416"/>
            <a:ext cx="10728960" cy="377190"/>
          </a:xfrm>
        </p:spPr>
        <p:txBody>
          <a:bodyPr/>
          <a:lstStyle>
            <a:lvl1pPr>
              <a:defRPr sz="1450">
                <a:solidFill>
                  <a:srgbClr val="666666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1" name="AI_CAPTION">
            <a:extLst>
              <a:ext uri="{FF2B5EF4-FFF2-40B4-BE49-F238E27FC236}">
                <a16:creationId xmlns:a16="http://schemas.microsoft.com/office/drawing/2014/main" id="{9972CBED-8C1F-F962-DF1D-46CEC7DCCBC5}"/>
              </a:ext>
            </a:extLst>
          </p:cNvPr>
          <p:cNvSpPr>
            <a:spLocks noGrp="1"/>
          </p:cNvSpPr>
          <p:nvPr>
            <p:ph sz="quarter" idx="15" type="body"/>
          </p:nvPr>
        </p:nvSpPr>
        <p:spPr>
          <a:xfrm>
            <a:off x="426720" y="5349240"/>
            <a:ext cx="11338560" cy="377190"/>
          </a:xfrm>
        </p:spPr>
        <p:txBody>
          <a:bodyPr/>
          <a:lstStyle>
            <a:lvl1pPr>
              <a:defRPr sz="1250">
                <a:solidFill>
                  <a:srgbClr val="666666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type="cust">
  <p:cSld name="appendix_backup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deco_watermark_1"/>
          <p:cNvSpPr>
            <a:spLocks noGrp="1"/>
          </p:cNvSpPr>
          <p:nvPr/>
        </p:nvSpPr>
        <p:spPr>
          <a:xfrm>
            <a:off x="9083040" y="1028700"/>
            <a:ext cx="512064" cy="4251960"/>
          </a:xfrm>
          <a:prstGeom prst="parallelogram">
            <a:avLst/>
          </a:prstGeom>
          <a:solidFill>
            <a:srgbClr val="F0F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201" name="deco_watermark_2"/>
          <p:cNvSpPr>
            <a:spLocks noGrp="1"/>
          </p:cNvSpPr>
          <p:nvPr/>
        </p:nvSpPr>
        <p:spPr>
          <a:xfrm>
            <a:off x="10241280" y="720090"/>
            <a:ext cx="512064" cy="4251960"/>
          </a:xfrm>
          <a:prstGeom prst="parallelogram">
            <a:avLst/>
          </a:prstGeom>
          <a:solidFill>
            <a:srgbClr val="F0F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202" name="deco_body_panel"/>
          <p:cNvSpPr>
            <a:spLocks noGrp="1"/>
          </p:cNvSpPr>
          <p:nvPr/>
        </p:nvSpPr>
        <p:spPr>
          <a:xfrm>
            <a:off x="268224" y="1405890"/>
            <a:ext cx="5547360" cy="4457700"/>
          </a:xfrm>
          <a:prstGeom prst="roundRect">
            <a:avLst>
              <a:gd name="adj" fmla="val 4500"/>
            </a:avLst>
          </a:prstGeom>
          <a:solidFill>
            <a:srgbClr val="F7F7F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3" name="deco_refs_panel"/>
          <p:cNvSpPr>
            <a:spLocks noGrp="1"/>
          </p:cNvSpPr>
          <p:nvPr/>
        </p:nvSpPr>
        <p:spPr>
          <a:xfrm>
            <a:off x="6096000" y="1405890"/>
            <a:ext cx="5827776" cy="4457700"/>
          </a:xfrm>
          <a:prstGeom prst="roundRect">
            <a:avLst>
              <a:gd name="adj" fmla="val 4500"/>
            </a:avLst>
          </a:prstGeom>
          <a:solidFill>
            <a:srgbClr val="F7F7F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4" name="deco_title_rule"/>
          <p:cNvSpPr>
            <a:spLocks noGrp="1"/>
          </p:cNvSpPr>
          <p:nvPr/>
        </p:nvSpPr>
        <p:spPr>
          <a:xfrm>
            <a:off x="670560" y="1028700"/>
            <a:ext cx="1158240" cy="48006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/>
          <a:lstStyle/>
          <a:p/>
        </p:txBody>
      </p:sp>
      <p:sp>
        <p:nvSpPr>
          <p:cNvPr id="205" name="deco_col_divider"/>
          <p:cNvSpPr>
            <a:spLocks noGrp="1"/>
          </p:cNvSpPr>
          <p:nvPr/>
        </p:nvSpPr>
        <p:spPr>
          <a:xfrm>
            <a:off x="5949696" y="1680210"/>
            <a:ext cx="24384" cy="3840480"/>
          </a:xfrm>
          <a:prstGeom prst="rect">
            <a:avLst/>
          </a:prstGeom>
          <a:solidFill>
            <a:srgbClr val="D9D9D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AI_TITLE">
            <a:extLst>
              <a:ext uri="{FF2B5EF4-FFF2-40B4-BE49-F238E27FC236}">
                <a16:creationId xmlns:a16="http://schemas.microsoft.com/office/drawing/2014/main" id="{8A4D2959-DC66-A124-52B8-8E8467A7D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356616"/>
            <a:ext cx="10728960" cy="617220"/>
          </a:xfrm>
        </p:spPr>
        <p:txBody>
          <a:bodyPr/>
          <a:lstStyle>
            <a:lvl1pPr>
              <a:defRPr sz="3200" b="1">
                <a:solidFill>
                  <a:srgbClr val="191919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9" name="日付プレースホルダー 8">
            <a:extLst>
              <a:ext uri="{FF2B5EF4-FFF2-40B4-BE49-F238E27FC236}">
                <a16:creationId xmlns:a16="http://schemas.microsoft.com/office/drawing/2014/main" id="{AC78EFE3-FFBC-52AC-793F-A5AC5CEFB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10" name="フッター プレースホルダー 9">
            <a:extLst>
              <a:ext uri="{FF2B5EF4-FFF2-40B4-BE49-F238E27FC236}">
                <a16:creationId xmlns:a16="http://schemas.microsoft.com/office/drawing/2014/main" id="{2885C4CB-8898-EE25-076E-20BC39DFA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スライド番号プレースホルダー 10">
            <a:extLst>
              <a:ext uri="{FF2B5EF4-FFF2-40B4-BE49-F238E27FC236}">
                <a16:creationId xmlns:a16="http://schemas.microsoft.com/office/drawing/2014/main" id="{79D36539-24EF-59E1-CB5B-33D4B26D7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AI_BODY">
            <a:extLst>
              <a:ext uri="{FF2B5EF4-FFF2-40B4-BE49-F238E27FC236}">
                <a16:creationId xmlns:a16="http://schemas.microsoft.com/office/drawing/2014/main" id="{23D794FD-7998-B263-7A33-0D9A529D97EE}"/>
              </a:ext>
            </a:extLst>
          </p:cNvPr>
          <p:cNvSpPr>
            <a:spLocks noGrp="1"/>
          </p:cNvSpPr>
          <p:nvPr>
            <p:ph sz="quarter" idx="13" type="obj"/>
          </p:nvPr>
        </p:nvSpPr>
        <p:spPr>
          <a:xfrm>
            <a:off x="426720" y="1543050"/>
            <a:ext cx="5242560" cy="2057400"/>
          </a:xfrm>
        </p:spPr>
        <p:txBody>
          <a:bodyPr/>
          <a:lstStyle>
            <a:lvl1pPr>
              <a:defRPr sz="1250">
                <a:solidFill>
                  <a:srgbClr val="242424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AI_REFERENCES">
            <a:extLst>
              <a:ext uri="{FF2B5EF4-FFF2-40B4-BE49-F238E27FC236}">
                <a16:creationId xmlns:a16="http://schemas.microsoft.com/office/drawing/2014/main" id="{CE5D3923-D828-BFFF-25F1-02538CEB89C0}"/>
              </a:ext>
            </a:extLst>
          </p:cNvPr>
          <p:cNvSpPr>
            <a:spLocks noGrp="1"/>
          </p:cNvSpPr>
          <p:nvPr>
            <p:ph sz="quarter" idx="14" type="obj"/>
          </p:nvPr>
        </p:nvSpPr>
        <p:spPr>
          <a:xfrm>
            <a:off x="6278880" y="1543050"/>
            <a:ext cx="5486400" cy="4114800"/>
          </a:xfrm>
        </p:spPr>
        <p:txBody>
          <a:bodyPr/>
          <a:lstStyle>
            <a:lvl1pPr>
              <a:defRPr sz="1250">
                <a:solidFill>
                  <a:srgbClr val="242424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6" name="AI_SUBTITLE">
            <a:extLst>
              <a:ext uri="{FF2B5EF4-FFF2-40B4-BE49-F238E27FC236}">
                <a16:creationId xmlns:a16="http://schemas.microsoft.com/office/drawing/2014/main" id="{23D794FD-7998-B263-7A33-0D9A529D97EE}"/>
              </a:ext>
            </a:extLst>
          </p:cNvPr>
          <p:cNvSpPr>
            <a:spLocks noGrp="1"/>
          </p:cNvSpPr>
          <p:nvPr>
            <p:ph sz="quarter" idx="15" type="body"/>
          </p:nvPr>
        </p:nvSpPr>
        <p:spPr>
          <a:xfrm>
            <a:off x="670560" y="1042416"/>
            <a:ext cx="10728960" cy="342900"/>
          </a:xfrm>
        </p:spPr>
        <p:txBody>
          <a:bodyPr/>
          <a:lstStyle>
            <a:lvl1pPr>
              <a:defRPr sz="1400">
                <a:solidFill>
                  <a:srgbClr val="666666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7" name="AI_ITEMS">
            <a:extLst>
              <a:ext uri="{FF2B5EF4-FFF2-40B4-BE49-F238E27FC236}">
                <a16:creationId xmlns:a16="http://schemas.microsoft.com/office/drawing/2014/main" id="{23D794FD-7998-B263-7A33-0D9A529D97EE}"/>
              </a:ext>
            </a:extLst>
          </p:cNvPr>
          <p:cNvSpPr>
            <a:spLocks noGrp="1"/>
          </p:cNvSpPr>
          <p:nvPr>
            <p:ph sz="quarter" idx="16" type="obj"/>
          </p:nvPr>
        </p:nvSpPr>
        <p:spPr>
          <a:xfrm>
            <a:off x="426720" y="3874770"/>
            <a:ext cx="5242560" cy="178308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type="cust">
  <p:cSld name="image_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deco_watermark_1"/>
          <p:cNvSpPr>
            <a:spLocks noGrp="1"/>
          </p:cNvSpPr>
          <p:nvPr/>
        </p:nvSpPr>
        <p:spPr>
          <a:xfrm>
            <a:off x="9083040" y="1028700"/>
            <a:ext cx="512064" cy="4251960"/>
          </a:xfrm>
          <a:prstGeom prst="parallelogram">
            <a:avLst/>
          </a:prstGeom>
          <a:solidFill>
            <a:srgbClr val="F0F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201" name="deco_watermark_2"/>
          <p:cNvSpPr>
            <a:spLocks noGrp="1"/>
          </p:cNvSpPr>
          <p:nvPr/>
        </p:nvSpPr>
        <p:spPr>
          <a:xfrm>
            <a:off x="10241280" y="720090"/>
            <a:ext cx="512064" cy="4251960"/>
          </a:xfrm>
          <a:prstGeom prst="parallelogram">
            <a:avLst/>
          </a:prstGeom>
          <a:solidFill>
            <a:srgbClr val="F0F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202" name="deco_media_panel"/>
          <p:cNvSpPr>
            <a:spLocks noGrp="1"/>
          </p:cNvSpPr>
          <p:nvPr/>
        </p:nvSpPr>
        <p:spPr>
          <a:xfrm>
            <a:off x="670560" y="1680210"/>
            <a:ext cx="4389120" cy="3223260"/>
          </a:xfrm>
          <a:prstGeom prst="roundRect">
            <a:avLst>
              <a:gd name="adj" fmla="val 4500"/>
            </a:avLst>
          </a:prstGeom>
          <a:solidFill>
            <a:srgbClr val="F7F7F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3" name="deco_caption_panel"/>
          <p:cNvSpPr>
            <a:spLocks noGrp="1"/>
          </p:cNvSpPr>
          <p:nvPr/>
        </p:nvSpPr>
        <p:spPr>
          <a:xfrm>
            <a:off x="5303520" y="1680210"/>
            <a:ext cx="5974080" cy="32232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4" name="deco_title_rule"/>
          <p:cNvSpPr>
            <a:spLocks noGrp="1"/>
          </p:cNvSpPr>
          <p:nvPr/>
        </p:nvSpPr>
        <p:spPr>
          <a:xfrm>
            <a:off x="670560" y="1028700"/>
            <a:ext cx="1158240" cy="48006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I_ICON"/>
          <p:cNvSpPr>
            <a:spLocks noGrp="1"/>
          </p:cNvSpPr>
          <p:nvPr>
            <p:ph type="pic" idx="1"/>
          </p:nvPr>
        </p:nvSpPr>
        <p:spPr>
          <a:xfrm>
            <a:off x="2110740" y="2537460"/>
            <a:ext cx="1508760" cy="1508760"/>
          </a:xfrm>
          <a:noFill/>
          <a:ln>
            <a:noFill/>
          </a:ln>
        </p:spPr>
        <p:txBody>
          <a:bodyPr wrap="square" lIns="0" tIns="0" rIns="0" bIns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algn="l"/>
            <a:endParaRPr lang="en-US"/>
          </a:p>
        </p:txBody>
      </p:sp>
      <p:sp>
        <p:nvSpPr>
          <p:cNvPr id="4" name="AI_CAPTION"/>
          <p:cNvSpPr>
            <a:spLocks noGrp="1"/>
          </p:cNvSpPr>
          <p:nvPr>
            <p:ph type="body" sz="half" idx="2"/>
          </p:nvPr>
        </p:nvSpPr>
        <p:spPr>
          <a:xfrm>
            <a:off x="5547360" y="2160270"/>
            <a:ext cx="5486400" cy="2091690"/>
          </a:xfrm>
          <a:noFill/>
          <a:ln>
            <a:noFill/>
          </a:ln>
        </p:spPr>
        <p:txBody>
          <a:bodyPr wrap="square" lIns="0" tIns="36576" rIns="0" bIns="0" anchor="t"/>
          <a:lstStyle>
            <a:lvl1pPr>
              <a:defRPr sz="1250">
                <a:solidFill>
                  <a:srgbClr val="242424"/>
                </a:solidFill>
              </a:defRPr>
            </a:lvl1pPr>
          </a:lstStyle>
          <a:p>
            <a:pPr lvl="0" algn="l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AI_TITLE">
            <a:extLst>
              <a:ext uri="{FF2B5EF4-FFF2-40B4-BE49-F238E27FC236}">
                <a16:creationId xmlns:a16="http://schemas.microsoft.com/office/drawing/2014/main" id="{3E4DDDEC-1DB2-EF3B-AA3A-651334DC9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356616"/>
            <a:ext cx="10728960" cy="617220"/>
          </a:xfrm>
        </p:spPr>
        <p:txBody>
          <a:bodyPr/>
          <a:lstStyle>
            <a:lvl1pPr>
              <a:defRPr sz="3200" b="1">
                <a:solidFill>
                  <a:srgbClr val="191919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9" name="AI_SUBTITLE"/>
          <p:cNvSpPr>
            <a:spLocks noGrp="1"/>
          </p:cNvSpPr>
          <p:nvPr>
            <p:ph type="body" sz="half" idx="13"/>
          </p:nvPr>
        </p:nvSpPr>
        <p:spPr>
          <a:xfrm>
            <a:off x="670560" y="1042416"/>
            <a:ext cx="10728960" cy="342900"/>
          </a:xfrm>
          <a:noFill/>
          <a:ln>
            <a:noFill/>
          </a:ln>
        </p:spPr>
        <p:txBody>
          <a:bodyPr wrap="square" lIns="0" tIns="36576" rIns="0" bIns="0" anchor="t"/>
          <a:lstStyle>
            <a:lvl1pPr>
              <a:defRPr sz="1400">
                <a:solidFill>
                  <a:srgbClr val="666666"/>
                </a:solidFill>
              </a:defRPr>
            </a:lvl1pPr>
          </a:lstStyle>
          <a:p>
            <a:pPr lvl="0" algn="l"/>
            <a:r>
              <a:rPr lang="en-US"/>
              <a:t>Click to edit Master text styles</a:t>
            </a:r>
          </a:p>
        </p:txBody>
      </p:sp>
      <p:sp>
        <p:nvSpPr>
          <p:cNvPr id="10" name="AI_ATTRIBUTION"/>
          <p:cNvSpPr>
            <a:spLocks noGrp="1"/>
          </p:cNvSpPr>
          <p:nvPr>
            <p:ph type="body" sz="half" idx="14"/>
          </p:nvPr>
        </p:nvSpPr>
        <p:spPr>
          <a:xfrm>
            <a:off x="5547360" y="4732020"/>
            <a:ext cx="5486400" cy="377190"/>
          </a:xfrm>
          <a:noFill/>
          <a:ln>
            <a:noFill/>
          </a:ln>
        </p:spPr>
        <p:txBody>
          <a:bodyPr wrap="square" lIns="0" tIns="36576" rIns="0" bIns="0" anchor="t"/>
          <a:lstStyle>
            <a:lvl1pPr>
              <a:defRPr sz="1150">
                <a:solidFill>
                  <a:srgbClr val="666666"/>
                </a:solidFill>
              </a:defRPr>
            </a:lvl1pPr>
          </a:lstStyle>
          <a:p>
            <a:pPr lvl="0" algn="l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type="cust">
  <p:cSld name="closing_en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deco_watermark_1"/>
          <p:cNvSpPr>
            <a:spLocks noGrp="1"/>
          </p:cNvSpPr>
          <p:nvPr/>
        </p:nvSpPr>
        <p:spPr>
          <a:xfrm>
            <a:off x="9083040" y="1028700"/>
            <a:ext cx="512064" cy="4251960"/>
          </a:xfrm>
          <a:prstGeom prst="parallelogram">
            <a:avLst/>
          </a:prstGeom>
          <a:solidFill>
            <a:srgbClr val="F0F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201" name="deco_watermark_2"/>
          <p:cNvSpPr>
            <a:spLocks noGrp="1"/>
          </p:cNvSpPr>
          <p:nvPr/>
        </p:nvSpPr>
        <p:spPr>
          <a:xfrm>
            <a:off x="10241280" y="720090"/>
            <a:ext cx="512064" cy="4251960"/>
          </a:xfrm>
          <a:prstGeom prst="parallelogram">
            <a:avLst/>
          </a:prstGeom>
          <a:solidFill>
            <a:srgbClr val="F0F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202" name="deco_visual_field"/>
          <p:cNvSpPr>
            <a:spLocks noGrp="1"/>
          </p:cNvSpPr>
          <p:nvPr/>
        </p:nvSpPr>
        <p:spPr>
          <a:xfrm>
            <a:off x="7741920" y="754380"/>
            <a:ext cx="3596640" cy="4937760"/>
          </a:xfrm>
          <a:prstGeom prst="roundRect">
            <a:avLst>
              <a:gd name="adj" fmla="val 3000"/>
            </a:avLst>
          </a:prstGeom>
          <a:solidFill>
            <a:srgbClr val="F4F4F2"/>
          </a:solidFill>
          <a:ln>
            <a:noFill/>
          </a:ln>
        </p:spPr>
        <p:txBody>
          <a:bodyPr/>
          <a:lstStyle/>
          <a:p/>
        </p:txBody>
      </p:sp>
      <p:sp>
        <p:nvSpPr>
          <p:cNvPr id="203" name="deco_title_line"/>
          <p:cNvSpPr>
            <a:spLocks noGrp="1"/>
          </p:cNvSpPr>
          <p:nvPr/>
        </p:nvSpPr>
        <p:spPr>
          <a:xfrm>
            <a:off x="731520" y="3463290"/>
            <a:ext cx="1828800" cy="61722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/>
          <a:lstStyle/>
          <a:p/>
        </p:txBody>
      </p:sp>
      <p:sp>
        <p:nvSpPr>
          <p:cNvPr id="204" name="deco_footer_line"/>
          <p:cNvSpPr>
            <a:spLocks noGrp="1"/>
          </p:cNvSpPr>
          <p:nvPr/>
        </p:nvSpPr>
        <p:spPr>
          <a:xfrm>
            <a:off x="731520" y="5932170"/>
            <a:ext cx="10546080" cy="27432"/>
          </a:xfrm>
          <a:prstGeom prst="rect">
            <a:avLst/>
          </a:prstGeom>
          <a:solidFill>
            <a:srgbClr val="D9D9D6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I_SUBTITLE"/>
          <p:cNvSpPr>
            <a:spLocks noGrp="1"/>
          </p:cNvSpPr>
          <p:nvPr>
            <p:ph type="subTitle" idx="1"/>
          </p:nvPr>
        </p:nvSpPr>
        <p:spPr>
          <a:xfrm>
            <a:off x="731520" y="2846070"/>
            <a:ext cx="6096000" cy="480060"/>
          </a:xfrm>
          <a:noFill/>
          <a:ln>
            <a:noFill/>
          </a:ln>
        </p:spPr>
        <p:txBody>
          <a:bodyPr wrap="square" lIns="0" tIns="0" rIns="0" bIns="0" anchor="t"/>
          <a:lstStyle>
            <a:lvl1pPr>
              <a:defRPr sz="1900">
                <a:solidFill>
                  <a:srgbClr val="242424"/>
                </a:solidFill>
              </a:defRPr>
            </a:lvl1pPr>
          </a:lstStyle>
          <a:p>
            <a:pPr algn="l"/>
            <a:r>
              <a:rPr lang="en-US" dirty="0"/>
              <a:t>Click to edit Master subtitle style</a:t>
            </a:r>
          </a:p>
        </p:txBody>
      </p:sp>
      <p:sp>
        <p:nvSpPr>
          <p:cNvPr id="7" name="AI_TITLE">
            <a:extLst>
              <a:ext uri="{FF2B5EF4-FFF2-40B4-BE49-F238E27FC236}">
                <a16:creationId xmlns:a16="http://schemas.microsoft.com/office/drawing/2014/main" id="{C72B98BA-869D-3750-C4A0-0819554AC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817370"/>
            <a:ext cx="6339840" cy="822960"/>
          </a:xfrm>
        </p:spPr>
        <p:txBody>
          <a:bodyPr/>
          <a:lstStyle>
            <a:lvl1pPr>
              <a:defRPr sz="4600" b="1">
                <a:solidFill>
                  <a:srgbClr val="191919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8" name="日付プレースホルダー 7">
            <a:extLst>
              <a:ext uri="{FF2B5EF4-FFF2-40B4-BE49-F238E27FC236}">
                <a16:creationId xmlns:a16="http://schemas.microsoft.com/office/drawing/2014/main" id="{075B6510-E118-0470-C854-7A1786F3A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9" name="フッター プレースホルダー 8">
            <a:extLst>
              <a:ext uri="{FF2B5EF4-FFF2-40B4-BE49-F238E27FC236}">
                <a16:creationId xmlns:a16="http://schemas.microsoft.com/office/drawing/2014/main" id="{3AD7D4C5-CFA3-A26C-9B40-00CB703ED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2001425E-CEBA-0160-3EC6-DCDB08720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5" name="AI_MESSAGE"/>
          <p:cNvSpPr>
            <a:spLocks noGrp="1"/>
          </p:cNvSpPr>
          <p:nvPr>
            <p:ph type="body" idx="13"/>
          </p:nvPr>
        </p:nvSpPr>
        <p:spPr>
          <a:xfrm>
            <a:off x="731520" y="3806190"/>
            <a:ext cx="6339840" cy="822960"/>
          </a:xfrm>
          <a:noFill/>
          <a:ln>
            <a:noFill/>
          </a:ln>
        </p:spPr>
        <p:txBody>
          <a:bodyPr wrap="square" lIns="0" tIns="0" rIns="0" bIns="0" anchor="t"/>
          <a:lstStyle>
            <a:lvl1pPr>
              <a:defRPr sz="2000">
                <a:solidFill>
                  <a:srgbClr val="242424"/>
                </a:solidFill>
              </a:defRPr>
            </a:lvl1pPr>
          </a:lstStyle>
          <a:p>
            <a:pPr algn="l"/>
            <a:r>
              <a:rPr lang="en-US" dirty="0"/>
              <a:t>Click to edit Master subtitle style</a:t>
            </a:r>
          </a:p>
        </p:txBody>
      </p:sp>
      <p:sp>
        <p:nvSpPr>
          <p:cNvPr id="206" name="AI_CONTACT"/>
          <p:cNvSpPr>
            <a:spLocks noGrp="1"/>
          </p:cNvSpPr>
          <p:nvPr>
            <p:ph type="body" idx="14"/>
          </p:nvPr>
        </p:nvSpPr>
        <p:spPr>
          <a:xfrm>
            <a:off x="731520" y="5314950"/>
            <a:ext cx="4145280" cy="308610"/>
          </a:xfrm>
          <a:noFill/>
          <a:ln>
            <a:noFill/>
          </a:ln>
        </p:spPr>
        <p:txBody>
          <a:bodyPr wrap="square" lIns="0" tIns="0" rIns="0" bIns="0" anchor="t"/>
          <a:lstStyle>
            <a:lvl1pPr>
              <a:defRPr sz="1400">
                <a:solidFill>
                  <a:srgbClr val="666666"/>
                </a:solidFill>
              </a:defRPr>
            </a:lvl1pPr>
          </a:lstStyle>
          <a:p>
            <a:pPr algn="l"/>
            <a:r>
              <a:rPr lang="en-US" dirty="0"/>
              <a:t>Click to edit Master subtitle style</a:t>
            </a:r>
          </a:p>
        </p:txBody>
      </p:sp>
      <p:sp>
        <p:nvSpPr>
          <p:cNvPr id="207" name="AI_CTA"/>
          <p:cNvSpPr>
            <a:spLocks noGrp="1"/>
          </p:cNvSpPr>
          <p:nvPr>
            <p:ph type="body" idx="15"/>
          </p:nvPr>
        </p:nvSpPr>
        <p:spPr>
          <a:xfrm>
            <a:off x="7741920" y="5314950"/>
            <a:ext cx="3535680" cy="308610"/>
          </a:xfrm>
          <a:noFill/>
          <a:ln>
            <a:noFill/>
          </a:ln>
        </p:spPr>
        <p:txBody>
          <a:bodyPr wrap="square" lIns="0" tIns="0" rIns="0" bIns="0" anchor="t"/>
          <a:lstStyle>
            <a:lvl1pPr>
              <a:defRPr sz="1400" b="1">
                <a:solidFill>
                  <a:srgbClr val="191919"/>
                </a:solidFill>
              </a:defRPr>
            </a:lvl1pPr>
          </a:lstStyle>
          <a:p>
            <a:pPr algn="l"/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type="cust">
  <p:cSld name="three_cards_vert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deco_watermark_1"/>
          <p:cNvSpPr>
            <a:spLocks noGrp="1"/>
          </p:cNvSpPr>
          <p:nvPr/>
        </p:nvSpPr>
        <p:spPr>
          <a:xfrm>
            <a:off x="9083040" y="1028700"/>
            <a:ext cx="512064" cy="4251960"/>
          </a:xfrm>
          <a:prstGeom prst="parallelogram">
            <a:avLst/>
          </a:prstGeom>
          <a:solidFill>
            <a:srgbClr val="F0F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207" name="deco_watermark_2"/>
          <p:cNvSpPr>
            <a:spLocks noGrp="1"/>
          </p:cNvSpPr>
          <p:nvPr/>
        </p:nvSpPr>
        <p:spPr>
          <a:xfrm>
            <a:off x="10241280" y="720090"/>
            <a:ext cx="512064" cy="4251960"/>
          </a:xfrm>
          <a:prstGeom prst="parallelogram">
            <a:avLst/>
          </a:prstGeom>
          <a:solidFill>
            <a:srgbClr val="F0F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200" name="deco_h_card1_bg"/>
          <p:cNvSpPr>
            <a:spLocks noGrp="1"/>
          </p:cNvSpPr>
          <p:nvPr/>
        </p:nvSpPr>
        <p:spPr>
          <a:xfrm>
            <a:off x="365760" y="1680210"/>
            <a:ext cx="3474720" cy="3874770"/>
          </a:xfrm>
          <a:prstGeom prst="roundRect">
            <a:avLst>
              <a:gd name="adj" fmla="val 4500"/>
            </a:avLst>
          </a:prstGeom>
          <a:solidFill>
            <a:srgbClr val="F7F7F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1" name="deco_h_card1_badge"/>
          <p:cNvSpPr>
            <a:spLocks noGrp="1"/>
          </p:cNvSpPr>
          <p:nvPr/>
        </p:nvSpPr>
        <p:spPr>
          <a:xfrm>
            <a:off x="1767078" y="2057400"/>
            <a:ext cx="672084" cy="672084"/>
          </a:xfrm>
          <a:prstGeom prst="ellipse">
            <a:avLst/>
          </a:prstGeom>
          <a:solidFill>
            <a:srgbClr val="191919"/>
          </a:solidFill>
          <a:ln>
            <a:noFill/>
          </a:ln>
        </p:spPr>
        <p:txBody>
          <a:bodyPr/>
          <a:lstStyle/>
          <a:p/>
        </p:txBody>
      </p:sp>
      <p:sp>
        <p:nvSpPr>
          <p:cNvPr id="202" name="deco_h_card2_bg"/>
          <p:cNvSpPr>
            <a:spLocks noGrp="1"/>
          </p:cNvSpPr>
          <p:nvPr/>
        </p:nvSpPr>
        <p:spPr>
          <a:xfrm>
            <a:off x="4364736" y="1680210"/>
            <a:ext cx="3474720" cy="3874770"/>
          </a:xfrm>
          <a:prstGeom prst="roundRect">
            <a:avLst>
              <a:gd name="adj" fmla="val 4500"/>
            </a:avLst>
          </a:prstGeom>
          <a:solidFill>
            <a:srgbClr val="F7F7F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3" name="deco_h_card2_badge"/>
          <p:cNvSpPr>
            <a:spLocks noGrp="1"/>
          </p:cNvSpPr>
          <p:nvPr/>
        </p:nvSpPr>
        <p:spPr>
          <a:xfrm>
            <a:off x="5766054" y="2057400"/>
            <a:ext cx="672084" cy="672084"/>
          </a:xfrm>
          <a:prstGeom prst="ellipse">
            <a:avLst/>
          </a:prstGeom>
          <a:solidFill>
            <a:srgbClr val="191919"/>
          </a:solidFill>
          <a:ln>
            <a:noFill/>
          </a:ln>
        </p:spPr>
        <p:txBody>
          <a:bodyPr/>
          <a:lstStyle/>
          <a:p/>
        </p:txBody>
      </p:sp>
      <p:sp>
        <p:nvSpPr>
          <p:cNvPr id="204" name="deco_h_card3_bg"/>
          <p:cNvSpPr>
            <a:spLocks noGrp="1"/>
          </p:cNvSpPr>
          <p:nvPr/>
        </p:nvSpPr>
        <p:spPr>
          <a:xfrm>
            <a:off x="8351520" y="1680210"/>
            <a:ext cx="3474720" cy="3874770"/>
          </a:xfrm>
          <a:prstGeom prst="roundRect">
            <a:avLst>
              <a:gd name="adj" fmla="val 4500"/>
            </a:avLst>
          </a:prstGeom>
          <a:solidFill>
            <a:srgbClr val="F7F7F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5" name="deco_h_card3_badge"/>
          <p:cNvSpPr>
            <a:spLocks noGrp="1"/>
          </p:cNvSpPr>
          <p:nvPr/>
        </p:nvSpPr>
        <p:spPr>
          <a:xfrm>
            <a:off x="9752838" y="2057400"/>
            <a:ext cx="672084" cy="672084"/>
          </a:xfrm>
          <a:prstGeom prst="ellipse">
            <a:avLst/>
          </a:prstGeom>
          <a:solidFill>
            <a:srgbClr val="191919"/>
          </a:solidFill>
          <a:ln>
            <a:noFill/>
          </a:ln>
        </p:spPr>
        <p:txBody>
          <a:bodyPr/>
          <a:lstStyle/>
          <a:p/>
        </p:txBody>
      </p:sp>
      <p:sp>
        <p:nvSpPr>
          <p:cNvPr id="208" name="deco_title_rule"/>
          <p:cNvSpPr>
            <a:spLocks noGrp="1"/>
          </p:cNvSpPr>
          <p:nvPr/>
        </p:nvSpPr>
        <p:spPr>
          <a:xfrm>
            <a:off x="670560" y="1028700"/>
            <a:ext cx="1158240" cy="48006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AI_TITLE">
            <a:extLst>
              <a:ext uri="{FF2B5EF4-FFF2-40B4-BE49-F238E27FC236}">
                <a16:creationId xmlns:a16="http://schemas.microsoft.com/office/drawing/2014/main" id="{8A4D2959-DC66-A124-52B8-8E8467A7D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356616"/>
            <a:ext cx="10728960" cy="617220"/>
          </a:xfrm>
        </p:spPr>
        <p:txBody>
          <a:bodyPr/>
          <a:lstStyle>
            <a:lvl1pPr>
              <a:defRPr sz="3200" b="1">
                <a:solidFill>
                  <a:srgbClr val="191919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9" name="日付プレースホルダー 8">
            <a:extLst>
              <a:ext uri="{FF2B5EF4-FFF2-40B4-BE49-F238E27FC236}">
                <a16:creationId xmlns:a16="http://schemas.microsoft.com/office/drawing/2014/main" id="{AC78EFE3-FFBC-52AC-793F-A5AC5CEFB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10" name="フッター プレースホルダー 9">
            <a:extLst>
              <a:ext uri="{FF2B5EF4-FFF2-40B4-BE49-F238E27FC236}">
                <a16:creationId xmlns:a16="http://schemas.microsoft.com/office/drawing/2014/main" id="{2885C4CB-8898-EE25-076E-20BC39DFA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スライド番号プレースホルダー 10">
            <a:extLst>
              <a:ext uri="{FF2B5EF4-FFF2-40B4-BE49-F238E27FC236}">
                <a16:creationId xmlns:a16="http://schemas.microsoft.com/office/drawing/2014/main" id="{79D36539-24EF-59E1-CB5B-33D4B26D7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AI_CARDS_1_DESCRIPTION">
            <a:extLst>
              <a:ext uri="{FF2B5EF4-FFF2-40B4-BE49-F238E27FC236}">
                <a16:creationId xmlns:a16="http://schemas.microsoft.com/office/drawing/2014/main" id="{23D794FD-7998-B263-7A33-0D9A529D97EE}"/>
              </a:ext>
            </a:extLst>
          </p:cNvPr>
          <p:cNvSpPr>
            <a:spLocks noGrp="1"/>
          </p:cNvSpPr>
          <p:nvPr>
            <p:ph sz="quarter" idx="13" type="obj"/>
          </p:nvPr>
        </p:nvSpPr>
        <p:spPr>
          <a:xfrm>
            <a:off x="694944" y="3758184"/>
            <a:ext cx="2816352" cy="1405890"/>
          </a:xfrm>
        </p:spPr>
        <p:txBody>
          <a:bodyPr/>
          <a:lstStyle>
            <a:lvl1pPr>
              <a:defRPr sz="1350">
                <a:solidFill>
                  <a:srgbClr val="666666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AI_CARDS_2_DESCRIPTION">
            <a:extLst>
              <a:ext uri="{FF2B5EF4-FFF2-40B4-BE49-F238E27FC236}">
                <a16:creationId xmlns:a16="http://schemas.microsoft.com/office/drawing/2014/main" id="{CE5D3923-D828-BFFF-25F1-02538CEB89C0}"/>
              </a:ext>
            </a:extLst>
          </p:cNvPr>
          <p:cNvSpPr>
            <a:spLocks noGrp="1"/>
          </p:cNvSpPr>
          <p:nvPr>
            <p:ph sz="quarter" idx="14" type="obj"/>
          </p:nvPr>
        </p:nvSpPr>
        <p:spPr>
          <a:xfrm>
            <a:off x="4693920" y="3758184"/>
            <a:ext cx="2816352" cy="1405890"/>
          </a:xfrm>
        </p:spPr>
        <p:txBody>
          <a:bodyPr/>
          <a:lstStyle>
            <a:lvl1pPr>
              <a:defRPr sz="1350">
                <a:solidFill>
                  <a:srgbClr val="666666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6" name="AI_CARDS_3_DESCRIPTION">
            <a:extLst>
              <a:ext uri="{FF2B5EF4-FFF2-40B4-BE49-F238E27FC236}">
                <a16:creationId xmlns:a16="http://schemas.microsoft.com/office/drawing/2014/main" id="{CE5D3923-D828-BFFF-25F1-02538CEB89C0}"/>
              </a:ext>
            </a:extLst>
          </p:cNvPr>
          <p:cNvSpPr>
            <a:spLocks noGrp="1"/>
          </p:cNvSpPr>
          <p:nvPr>
            <p:ph sz="quarter" idx="15" type="obj"/>
          </p:nvPr>
        </p:nvSpPr>
        <p:spPr>
          <a:xfrm>
            <a:off x="8680704" y="3758184"/>
            <a:ext cx="2816352" cy="1405890"/>
          </a:xfrm>
        </p:spPr>
        <p:txBody>
          <a:bodyPr/>
          <a:lstStyle>
            <a:lvl1pPr>
              <a:defRPr sz="1350">
                <a:solidFill>
                  <a:srgbClr val="666666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7" name="AI_SUBTITLE">
            <a:extLst>
              <a:ext uri="{FF2B5EF4-FFF2-40B4-BE49-F238E27FC236}">
                <a16:creationId xmlns:a16="http://schemas.microsoft.com/office/drawing/2014/main" id="{23D794FD-7998-B263-7A33-0D9A529D97EE}"/>
              </a:ext>
            </a:extLst>
          </p:cNvPr>
          <p:cNvSpPr>
            <a:spLocks noGrp="1"/>
          </p:cNvSpPr>
          <p:nvPr>
            <p:ph sz="quarter" idx="19" type="body"/>
          </p:nvPr>
        </p:nvSpPr>
        <p:spPr>
          <a:xfrm>
            <a:off x="670560" y="1042416"/>
            <a:ext cx="10728960" cy="342900"/>
          </a:xfrm>
        </p:spPr>
        <p:txBody>
          <a:bodyPr/>
          <a:lstStyle>
            <a:lvl1pPr>
              <a:defRPr sz="1400">
                <a:solidFill>
                  <a:srgbClr val="666666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8" name="AI_CARDS_1_TITLE">
            <a:extLst>
              <a:ext uri="{FF2B5EF4-FFF2-40B4-BE49-F238E27FC236}">
                <a16:creationId xmlns:a16="http://schemas.microsoft.com/office/drawing/2014/main" id="{23D794FD-7998-B263-7A33-0D9A529D97EE}"/>
              </a:ext>
            </a:extLst>
          </p:cNvPr>
          <p:cNvSpPr>
            <a:spLocks noGrp="1"/>
          </p:cNvSpPr>
          <p:nvPr>
            <p:ph sz="quarter" idx="20" type="body"/>
          </p:nvPr>
        </p:nvSpPr>
        <p:spPr>
          <a:xfrm>
            <a:off x="694944" y="3140964"/>
            <a:ext cx="2816352" cy="445770"/>
          </a:xfrm>
        </p:spPr>
        <p:txBody>
          <a:bodyPr/>
          <a:lstStyle>
            <a:lvl1pPr>
              <a:defRPr sz="1650" b="1">
                <a:solidFill>
                  <a:srgbClr val="191919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9" name="AI_CARDS_1_ICON"/>
          <p:cNvSpPr>
            <a:spLocks noGrp="1"/>
          </p:cNvSpPr>
          <p:nvPr>
            <p:ph type="pic" idx="16"/>
          </p:nvPr>
        </p:nvSpPr>
        <p:spPr>
          <a:xfrm>
            <a:off x="1945386" y="2235708"/>
            <a:ext cx="315468" cy="315468"/>
          </a:xfrm>
          <a:noFill/>
          <a:ln>
            <a:noFill/>
          </a:ln>
        </p:spPr>
        <p:txBody>
          <a:bodyPr wrap="square" lIns="0" tIns="0" rIns="0" bIns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algn="l"/>
            <a:endParaRPr lang="en-US"/>
          </a:p>
        </p:txBody>
      </p:sp>
      <p:sp>
        <p:nvSpPr>
          <p:cNvPr id="20" name="AI_CARDS_2_TITLE">
            <a:extLst>
              <a:ext uri="{FF2B5EF4-FFF2-40B4-BE49-F238E27FC236}">
                <a16:creationId xmlns:a16="http://schemas.microsoft.com/office/drawing/2014/main" id="{CE5D3923-D828-BFFF-25F1-02538CEB89C0}"/>
              </a:ext>
            </a:extLst>
          </p:cNvPr>
          <p:cNvSpPr>
            <a:spLocks noGrp="1"/>
          </p:cNvSpPr>
          <p:nvPr>
            <p:ph sz="quarter" idx="21" type="body"/>
          </p:nvPr>
        </p:nvSpPr>
        <p:spPr>
          <a:xfrm>
            <a:off x="4693920" y="3140964"/>
            <a:ext cx="2816352" cy="445770"/>
          </a:xfrm>
        </p:spPr>
        <p:txBody>
          <a:bodyPr/>
          <a:lstStyle>
            <a:lvl1pPr>
              <a:defRPr sz="1650" b="1">
                <a:solidFill>
                  <a:srgbClr val="191919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21" name="AI_CARDS_2_ICON"/>
          <p:cNvSpPr>
            <a:spLocks noGrp="1"/>
          </p:cNvSpPr>
          <p:nvPr>
            <p:ph type="pic" idx="17"/>
          </p:nvPr>
        </p:nvSpPr>
        <p:spPr>
          <a:xfrm>
            <a:off x="5944362" y="2235708"/>
            <a:ext cx="315468" cy="315468"/>
          </a:xfrm>
          <a:noFill/>
          <a:ln>
            <a:noFill/>
          </a:ln>
        </p:spPr>
        <p:txBody>
          <a:bodyPr wrap="square" lIns="0" tIns="0" rIns="0" bIns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algn="l"/>
            <a:endParaRPr lang="en-US"/>
          </a:p>
        </p:txBody>
      </p:sp>
      <p:sp>
        <p:nvSpPr>
          <p:cNvPr id="22" name="AI_CARDS_3_TITLE">
            <a:extLst>
              <a:ext uri="{FF2B5EF4-FFF2-40B4-BE49-F238E27FC236}">
                <a16:creationId xmlns:a16="http://schemas.microsoft.com/office/drawing/2014/main" id="{CE5D3923-D828-BFFF-25F1-02538CEB89C0}"/>
              </a:ext>
            </a:extLst>
          </p:cNvPr>
          <p:cNvSpPr>
            <a:spLocks noGrp="1"/>
          </p:cNvSpPr>
          <p:nvPr>
            <p:ph sz="quarter" idx="22" type="body"/>
          </p:nvPr>
        </p:nvSpPr>
        <p:spPr>
          <a:xfrm>
            <a:off x="8680704" y="3140964"/>
            <a:ext cx="2816352" cy="445770"/>
          </a:xfrm>
        </p:spPr>
        <p:txBody>
          <a:bodyPr/>
          <a:lstStyle>
            <a:lvl1pPr>
              <a:defRPr sz="1650" b="1">
                <a:solidFill>
                  <a:srgbClr val="191919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23" name="AI_CARDS_3_ICON"/>
          <p:cNvSpPr>
            <a:spLocks noGrp="1"/>
          </p:cNvSpPr>
          <p:nvPr>
            <p:ph type="pic" idx="18"/>
          </p:nvPr>
        </p:nvSpPr>
        <p:spPr>
          <a:xfrm>
            <a:off x="9931146" y="2235708"/>
            <a:ext cx="315468" cy="315468"/>
          </a:xfrm>
          <a:noFill/>
          <a:ln>
            <a:noFill/>
          </a:ln>
        </p:spPr>
        <p:txBody>
          <a:bodyPr wrap="square" lIns="0" tIns="0" rIns="0" bIns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423" y="218737"/>
            <a:ext cx="11730445" cy="645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423" y="1095103"/>
            <a:ext cx="11730444" cy="50357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1108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5473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97292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242424"/>
                </a:solidFill>
                <a:latin typeface="Aptos"/>
              </a:defRPr>
            </a:pPr>
            <a:r>
              <a:rPr sz="1600" b="0">
                <a:solidFill>
                  <a:srgbClr val="242424"/>
                </a:solidFill>
                <a:latin typeface="Aptos"/>
              </a:rPr>
              <a:t>Executive operating model for enterprise adoption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4000" b="1">
                <a:solidFill>
                  <a:srgbClr val="242424"/>
                </a:solidFill>
                <a:latin typeface="Aptos"/>
              </a:defRPr>
            </a:pPr>
            <a:r>
              <a:rPr sz="4000" b="1">
                <a:solidFill>
                  <a:srgbClr val="242424"/>
                </a:solidFill>
                <a:latin typeface="Aptos"/>
              </a:rPr>
              <a:t>AI Governance Readiness Review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rgbClr val="666666"/>
                </a:solidFill>
                <a:latin typeface="Aptos"/>
              </a:defRPr>
            </a:pPr>
            <a:r>
              <a:rPr sz="1000" b="0">
                <a:solidFill>
                  <a:srgbClr val="666666"/>
                </a:solidFill>
                <a:latin typeface="Aptos"/>
              </a:rPr>
              <a:t>May 2026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666666"/>
                </a:solidFill>
                <a:latin typeface="Aptos"/>
              </a:defRPr>
            </a:pPr>
            <a:r>
              <a:rPr sz="1050" b="0">
                <a:solidFill>
                  <a:srgbClr val="666666"/>
                </a:solidFill>
                <a:latin typeface="Aptos"/>
              </a:rPr>
              <a:t>Enterprise AI Office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666666"/>
                </a:solidFill>
                <a:latin typeface="Aptos"/>
              </a:defRPr>
            </a:pPr>
            <a:r>
              <a:rPr sz="1050" b="0">
                <a:solidFill>
                  <a:srgbClr val="666666"/>
                </a:solidFill>
                <a:latin typeface="Aptos"/>
              </a:rPr>
              <a:t>Strategy and Risk Enablement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1450" b="0">
                <a:solidFill>
                  <a:srgbClr val="666666"/>
                </a:solidFill>
                <a:latin typeface="Aptos"/>
              </a:defRPr>
            </a:pPr>
            <a:r>
              <a:rPr sz="1450" b="0">
                <a:solidFill>
                  <a:srgbClr val="666666"/>
                </a:solidFill>
                <a:latin typeface="Aptos"/>
              </a:rPr>
              <a:t>Where the operating model needs executive attention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242424"/>
                </a:solidFill>
                <a:latin typeface="Aptos"/>
              </a:defRPr>
            </a:pPr>
            <a:r>
              <a:rPr sz="3400" b="1">
                <a:solidFill>
                  <a:srgbClr val="242424"/>
                </a:solidFill>
                <a:latin typeface="Aptos"/>
              </a:rPr>
              <a:t>Current State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8600" b="1">
                <a:solidFill>
                  <a:srgbClr val="242424"/>
                </a:solidFill>
                <a:latin typeface="Aptos"/>
              </a:defRPr>
            </a:pPr>
            <a:r>
              <a:rPr sz="8600" b="1">
                <a:solidFill>
                  <a:srgbClr val="242424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2900" b="1">
                <a:solidFill>
                  <a:srgbClr val="242424"/>
                </a:solidFill>
                <a:latin typeface="Aptos"/>
              </a:defRPr>
            </a:pPr>
            <a:r>
              <a:rPr sz="2900" b="1">
                <a:solidFill>
                  <a:srgbClr val="242424"/>
                </a:solidFill>
                <a:latin typeface="Aptos"/>
              </a:rPr>
              <a:t>Discussion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200"/>
              </a:spcAft>
              <a:defRPr sz="1650" b="0">
                <a:solidFill>
                  <a:srgbClr val="242424"/>
                </a:solidFill>
                <a:latin typeface="Aptos"/>
              </a:defRPr>
            </a:pPr>
            <a:r>
              <a:rPr sz="1650" b="0">
                <a:solidFill>
                  <a:srgbClr val="242424"/>
                </a:solidFill>
                <a:latin typeface="Aptos"/>
              </a:rPr>
              <a:t>Adoption signals and risk exposure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200"/>
              </a:spcAft>
              <a:defRPr sz="1650" b="0">
                <a:solidFill>
                  <a:srgbClr val="242424"/>
                </a:solidFill>
                <a:latin typeface="Aptos"/>
              </a:defRPr>
            </a:pPr>
            <a:r>
              <a:rPr sz="1650" b="0">
                <a:solidFill>
                  <a:srgbClr val="242424"/>
                </a:solidFill>
                <a:latin typeface="Aptos"/>
              </a:rPr>
              <a:t>Governance model and decision rights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200"/>
              </a:spcAft>
              <a:defRPr sz="1650" b="0">
                <a:solidFill>
                  <a:srgbClr val="242424"/>
                </a:solidFill>
                <a:latin typeface="Aptos"/>
              </a:defRPr>
            </a:pPr>
            <a:r>
              <a:rPr sz="1650" b="0">
                <a:solidFill>
                  <a:srgbClr val="242424"/>
                </a:solidFill>
                <a:latin typeface="Aptos"/>
              </a:rPr>
              <a:t>Control maturity and implementation roadmap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200"/>
              </a:spcAft>
              <a:defRPr sz="1650" b="0">
                <a:solidFill>
                  <a:srgbClr val="242424"/>
                </a:solidFill>
                <a:latin typeface="Aptos"/>
              </a:defRPr>
            </a:pPr>
            <a:r>
              <a:rPr sz="1650" b="0">
                <a:solidFill>
                  <a:srgbClr val="242424"/>
                </a:solidFill>
                <a:latin typeface="Aptos"/>
              </a:rPr>
              <a:t>Executive decisions requested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666666"/>
                </a:solidFill>
                <a:latin typeface="Aptos"/>
              </a:defRPr>
            </a:pPr>
            <a:r>
              <a:rPr sz="1200" b="0">
                <a:solidFill>
                  <a:srgbClr val="666666"/>
                </a:solidFill>
                <a:latin typeface="Aptos"/>
              </a:rPr>
              <a:t>From current-state risk to the next operating cadence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242424"/>
                </a:solidFill>
                <a:latin typeface="Aptos"/>
              </a:defRPr>
            </a:pPr>
            <a:r>
              <a:rPr sz="1350" b="1">
                <a:solidFill>
                  <a:srgbClr val="242424"/>
                </a:solidFill>
                <a:latin typeface="Aptos"/>
              </a:rPr>
              <a:t>Current pattern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242424"/>
                </a:solidFill>
                <a:latin typeface="Aptos"/>
              </a:defRPr>
            </a:pPr>
            <a:r>
              <a:rPr sz="1350" b="1">
                <a:solidFill>
                  <a:srgbClr val="242424"/>
                </a:solidFill>
                <a:latin typeface="Aptos"/>
              </a:rPr>
              <a:t>Target pattern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2900" b="1">
                <a:solidFill>
                  <a:srgbClr val="242424"/>
                </a:solidFill>
                <a:latin typeface="Aptos"/>
              </a:defRPr>
            </a:pPr>
            <a:r>
              <a:rPr sz="2900" b="1">
                <a:solidFill>
                  <a:srgbClr val="242424"/>
                </a:solidFill>
                <a:latin typeface="Aptos"/>
              </a:rPr>
              <a:t>Governance Model Shift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3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666666"/>
                </a:solidFill>
                <a:latin typeface="Aptos"/>
              </a:defRPr>
            </a:pPr>
            <a:r>
              <a:rPr sz="1200" b="0">
                <a:solidFill>
                  <a:srgbClr val="666666"/>
                </a:solidFill>
                <a:latin typeface="Aptos"/>
              </a:rPr>
              <a:t>Teams run isolated pilots with uneven review depth and limited reuse of controls.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4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666666"/>
                </a:solidFill>
                <a:latin typeface="Aptos"/>
              </a:defRPr>
            </a:pPr>
            <a:r>
              <a:rPr sz="1200" b="0">
                <a:solidFill>
                  <a:srgbClr val="666666"/>
                </a:solidFill>
                <a:latin typeface="Aptos"/>
              </a:rPr>
              <a:t>A repeatable intake, review, and evidence model supports faster scaled deployment.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9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666666"/>
                </a:solidFill>
                <a:latin typeface="Aptos"/>
              </a:defRPr>
            </a:pPr>
            <a:r>
              <a:rPr sz="1050" b="0">
                <a:solidFill>
                  <a:srgbClr val="666666"/>
                </a:solidFill>
                <a:latin typeface="Aptos"/>
              </a:rPr>
              <a:t>Moving from local experimentation to enterprise-grade control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7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200"/>
              </a:spcAft>
              <a:defRPr sz="1050" b="0">
                <a:solidFill>
                  <a:srgbClr val="666666"/>
                </a:solidFill>
                <a:latin typeface="Aptos"/>
              </a:defRPr>
            </a:pPr>
            <a:r>
              <a:rPr sz="1050" b="0">
                <a:solidFill>
                  <a:srgbClr val="666666"/>
                </a:solidFill>
                <a:latin typeface="Aptos"/>
              </a:rPr>
              <a:t>Policy interpretation varies by business unit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200"/>
              </a:spcAft>
              <a:defRPr sz="1050" b="0">
                <a:solidFill>
                  <a:srgbClr val="666666"/>
                </a:solidFill>
                <a:latin typeface="Aptos"/>
              </a:defRPr>
            </a:pPr>
            <a:r>
              <a:rPr sz="1050" b="0">
                <a:solidFill>
                  <a:srgbClr val="666666"/>
                </a:solidFill>
                <a:latin typeface="Aptos"/>
              </a:rPr>
              <a:t>Model and data reviews are often manual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200"/>
              </a:spcAft>
              <a:defRPr sz="1050" b="0">
                <a:solidFill>
                  <a:srgbClr val="666666"/>
                </a:solidFill>
                <a:latin typeface="Aptos"/>
              </a:defRPr>
            </a:pPr>
            <a:r>
              <a:rPr sz="1050" b="0">
                <a:solidFill>
                  <a:srgbClr val="666666"/>
                </a:solidFill>
                <a:latin typeface="Aptos"/>
              </a:rPr>
              <a:t>Evidence collection happens late in the delivery cycle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8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200"/>
              </a:spcAft>
              <a:defRPr sz="1050" b="0">
                <a:solidFill>
                  <a:srgbClr val="666666"/>
                </a:solidFill>
                <a:latin typeface="Aptos"/>
              </a:defRPr>
            </a:pPr>
            <a:r>
              <a:rPr sz="1050" b="0">
                <a:solidFill>
                  <a:srgbClr val="666666"/>
                </a:solidFill>
                <a:latin typeface="Aptos"/>
              </a:rPr>
              <a:t>One intake standard for risk classification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200"/>
              </a:spcAft>
              <a:defRPr sz="1050" b="0">
                <a:solidFill>
                  <a:srgbClr val="666666"/>
                </a:solidFill>
                <a:latin typeface="Aptos"/>
              </a:defRPr>
            </a:pPr>
            <a:r>
              <a:rPr sz="1050" b="0">
                <a:solidFill>
                  <a:srgbClr val="666666"/>
                </a:solidFill>
                <a:latin typeface="Aptos"/>
              </a:rPr>
              <a:t>Control templates embedded in product delivery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200"/>
              </a:spcAft>
              <a:defRPr sz="1050" b="0">
                <a:solidFill>
                  <a:srgbClr val="666666"/>
                </a:solidFill>
                <a:latin typeface="Aptos"/>
              </a:defRPr>
            </a:pPr>
            <a:r>
              <a:rPr sz="1050" b="0">
                <a:solidFill>
                  <a:srgbClr val="666666"/>
                </a:solidFill>
                <a:latin typeface="Aptos"/>
              </a:rPr>
              <a:t>Continuous evidence capture for audit readiness</a:t>
            </a:r>
          </a:p>
        </p:txBody>
      </p:sp>
      <p:pic>
        <p:nvPicPr>
          <p:cNvPr id="10" name="Picture Placeholder 9" descr="image.png"/>
          <p:cNvPicPr>
            <a:picLocks noGrp="1" noChangeAspect="1"/>
          </p:cNvPicPr>
          <p:nvPr>
            <p:ph type="pic" idx="15"/>
          </p:nvPr>
        </p:nvPicPr>
        <p:blipFill>
          <a:blip r:embed="rId2"/>
          <a:srcRect/>
          <a:stretch>
            <a:fillRect/>
          </a:stretch>
        </p:blipFill>
        <p:spPr/>
      </p:pic>
      <p:pic>
        <p:nvPicPr>
          <p:cNvPr id="11" name="Picture Placeholder 10" descr="image.png"/>
          <p:cNvPicPr>
            <a:picLocks noGrp="1" noChangeAspect="1"/>
          </p:cNvPicPr>
          <p:nvPr>
            <p:ph type="pic" idx="16"/>
          </p:nvPr>
        </p:nvPicPr>
        <p:blipFill>
          <a:blip r:embed="rId3"/>
          <a:srcRect/>
          <a:stretch>
            <a:fillRect/>
          </a:stretch>
        </p:blipFill>
        <p:spPr/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2900" b="1">
                <a:solidFill>
                  <a:srgbClr val="242424"/>
                </a:solidFill>
                <a:latin typeface="Aptos"/>
              </a:defRPr>
            </a:pPr>
            <a:r>
              <a:rPr sz="2900" b="1">
                <a:solidFill>
                  <a:srgbClr val="242424"/>
                </a:solidFill>
                <a:latin typeface="Aptos"/>
              </a:rPr>
              <a:t>Priority Workstreams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666666"/>
                </a:solidFill>
                <a:latin typeface="Aptos"/>
              </a:defRPr>
            </a:pPr>
            <a:r>
              <a:rPr sz="1050" b="0">
                <a:solidFill>
                  <a:srgbClr val="666666"/>
                </a:solidFill>
                <a:latin typeface="Aptos"/>
              </a:rPr>
              <a:t>Translate AI policy into intake questions, review checkpoints, and evidence artifacts.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4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666666"/>
                </a:solidFill>
                <a:latin typeface="Aptos"/>
              </a:defRPr>
            </a:pPr>
            <a:r>
              <a:rPr sz="1050" b="0">
                <a:solidFill>
                  <a:srgbClr val="666666"/>
                </a:solidFill>
                <a:latin typeface="Aptos"/>
              </a:rPr>
              <a:t>Standardize logging, prompt review, data boundary controls, and model access approvals.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5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rgbClr val="666666"/>
                </a:solidFill>
                <a:latin typeface="Aptos"/>
              </a:defRPr>
            </a:pPr>
            <a:r>
              <a:rPr sz="1100" b="0">
                <a:solidFill>
                  <a:srgbClr val="666666"/>
                </a:solidFill>
                <a:latin typeface="Aptos"/>
              </a:rPr>
              <a:t>Establish weekly triage, monthly risk review, and quarterly executive steering.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rgbClr val="666666"/>
                </a:solidFill>
                <a:latin typeface="Aptos"/>
              </a:defRPr>
            </a:pPr>
            <a:r>
              <a:rPr sz="1000" b="0">
                <a:solidFill>
                  <a:srgbClr val="666666"/>
                </a:solidFill>
                <a:latin typeface="Aptos"/>
              </a:rPr>
              <a:t>Three workstreams should be managed as one program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242424"/>
                </a:solidFill>
                <a:latin typeface="Aptos"/>
              </a:defRPr>
            </a:pPr>
            <a:r>
              <a:rPr sz="1350" b="1">
                <a:solidFill>
                  <a:srgbClr val="242424"/>
                </a:solidFill>
                <a:latin typeface="Aptos"/>
              </a:rPr>
              <a:t>Policy to workflow</a:t>
            </a:r>
          </a:p>
        </p:txBody>
      </p:sp>
      <p:pic>
        <p:nvPicPr>
          <p:cNvPr id="8" name="Picture Placeholder 7" descr="image.png"/>
          <p:cNvPicPr>
            <a:picLocks noGrp="1" noChangeAspect="1"/>
          </p:cNvPicPr>
          <p:nvPr>
            <p:ph type="pic" idx="16"/>
          </p:nvPr>
        </p:nvPicPr>
        <p:blipFill>
          <a:blip r:embed="rId2"/>
          <a:srcRect/>
          <a:stretch>
            <a:fillRect/>
          </a:stretch>
        </p:blipFill>
        <p:spPr/>
      </p:pic>
      <p:sp>
        <p:nvSpPr>
          <p:cNvPr id="9" name="Text Placeholder 8"/>
          <p:cNvSpPr>
            <a:spLocks noGrp="1"/>
          </p:cNvSpPr>
          <p:nvPr>
            <p:ph type="body" idx="21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242424"/>
                </a:solidFill>
                <a:latin typeface="Aptos"/>
              </a:defRPr>
            </a:pPr>
            <a:r>
              <a:rPr sz="1350" b="1">
                <a:solidFill>
                  <a:srgbClr val="242424"/>
                </a:solidFill>
                <a:latin typeface="Aptos"/>
              </a:rPr>
              <a:t>Platform controls</a:t>
            </a:r>
          </a:p>
        </p:txBody>
      </p:sp>
      <p:pic>
        <p:nvPicPr>
          <p:cNvPr id="10" name="Picture Placeholder 9" descr="image.png"/>
          <p:cNvPicPr>
            <a:picLocks noGrp="1" noChangeAspect="1"/>
          </p:cNvPicPr>
          <p:nvPr>
            <p:ph type="pic" idx="17"/>
          </p:nvPr>
        </p:nvPicPr>
        <p:blipFill>
          <a:blip r:embed="rId3"/>
          <a:srcRect/>
          <a:stretch>
            <a:fillRect/>
          </a:stretch>
        </p:blipFill>
        <p:spPr/>
      </p:pic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242424"/>
                </a:solidFill>
                <a:latin typeface="Aptos"/>
              </a:defRPr>
            </a:pPr>
            <a:r>
              <a:rPr sz="1350" b="1">
                <a:solidFill>
                  <a:srgbClr val="242424"/>
                </a:solidFill>
                <a:latin typeface="Aptos"/>
              </a:rPr>
              <a:t>Operating cadence</a:t>
            </a:r>
          </a:p>
        </p:txBody>
      </p:sp>
      <p:pic>
        <p:nvPicPr>
          <p:cNvPr id="12" name="Picture Placeholder 11" descr="image.png"/>
          <p:cNvPicPr>
            <a:picLocks noGrp="1" noChangeAspect="1"/>
          </p:cNvPicPr>
          <p:nvPr>
            <p:ph type="pic" idx="18"/>
          </p:nvPr>
        </p:nvPicPr>
        <p:blipFill>
          <a:blip r:embed="rId4"/>
          <a:srcRect/>
          <a:stretch>
            <a:fillRect/>
          </a:stretch>
        </p:blipFill>
        <p:spPr/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2900" b="1">
                <a:solidFill>
                  <a:srgbClr val="242424"/>
                </a:solidFill>
                <a:latin typeface="Aptos"/>
              </a:defRPr>
            </a:pPr>
            <a:r>
              <a:rPr sz="2900" b="1">
                <a:solidFill>
                  <a:srgbClr val="242424"/>
                </a:solidFill>
                <a:latin typeface="Aptos"/>
              </a:rPr>
              <a:t>Control Maturity by Quarter</a:t>
            </a:r>
          </a:p>
        </p:txBody>
      </p:sp>
      <p:graphicFrame>
        <p:nvGraphicFramePr>
          <p:cNvPr id="3" name="Chart Placeholder 2"/>
          <p:cNvGraphicFramePr>
            <a:graphicFrameLocks noGrp="1"/>
          </p:cNvGraphicFramePr>
          <p:nvPr>
            <p:ph type="chart" idx="13" sz="quarter"/>
          </p:nvPr>
        </p:nvGraphicFramePr>
        <p:xfrm>
          <a:off x="426720" y="1543050"/>
          <a:ext cx="1133856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rgbClr val="666666"/>
                </a:solidFill>
                <a:latin typeface="Aptos"/>
              </a:defRPr>
            </a:pPr>
            <a:r>
              <a:rPr sz="1100" b="0">
                <a:solidFill>
                  <a:srgbClr val="666666"/>
                </a:solidFill>
                <a:latin typeface="Aptos"/>
              </a:rPr>
              <a:t>Target state assumes controls become reusable assets by Q4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 sz="800" b="0">
                <a:solidFill>
                  <a:srgbClr val="666666"/>
                </a:solidFill>
                <a:latin typeface="Aptos"/>
              </a:defRPr>
            </a:pPr>
            <a:r>
              <a:rPr sz="800" b="0">
                <a:solidFill>
                  <a:srgbClr val="666666"/>
                </a:solidFill>
                <a:latin typeface="Aptos"/>
              </a:rPr>
              <a:t>Scores represent estimated percentage coverage across prioritized AI use cases.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2900" b="1">
                <a:solidFill>
                  <a:srgbClr val="242424"/>
                </a:solidFill>
                <a:latin typeface="Aptos"/>
              </a:defRPr>
            </a:pPr>
            <a:r>
              <a:rPr sz="2900" b="1">
                <a:solidFill>
                  <a:srgbClr val="242424"/>
                </a:solidFill>
                <a:latin typeface="Aptos"/>
              </a:rPr>
              <a:t>Decision Register</a:t>
            </a:r>
          </a:p>
        </p:txBody>
      </p:sp>
      <p:graphicFrame>
        <p:nvGraphicFramePr>
          <p:cNvPr id="3" name="Table Placeholder 2"/>
          <p:cNvGraphicFramePr>
            <a:graphicFrameLocks noGrp="1"/>
          </p:cNvGraphicFramePr>
          <p:nvPr>
            <p:ph type="tbl" idx="13" sz="quarter"/>
          </p:nvPr>
        </p:nvGraphicFramePr>
        <p:xfrm>
          <a:off x="426720" y="1543050"/>
          <a:ext cx="1133856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  <a:gridCol w="2834640"/>
                <a:gridCol w="2834640"/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Decision</a:t>
                      </a:r>
                    </a:p>
                  </a:txBody>
                  <a:tcPr marL="50800" marR="50800" marT="25400" marB="25400"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Owner</a:t>
                      </a:r>
                    </a:p>
                  </a:txBody>
                  <a:tcPr marL="50800" marR="50800" marT="25400" marB="25400"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Timing</a:t>
                      </a:r>
                    </a:p>
                  </a:txBody>
                  <a:tcPr marL="50800" marR="50800" marT="25400" marB="25400"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Impact</a:t>
                      </a:r>
                    </a:p>
                  </a:txBody>
                  <a:tcPr marL="50800" marR="50800" marT="25400" marB="25400">
                    <a:solidFill>
                      <a:srgbClr val="191919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rPr sz="1100" b="0">
                          <a:solidFill>
                            <a:srgbClr val="242424"/>
                          </a:solidFill>
                          <a:latin typeface="Aptos"/>
                        </a:rPr>
                        <a:t>Approve common intake taxonomy</a:t>
                      </a:r>
                    </a:p>
                  </a:txBody>
                  <a:tcPr marL="50800" marR="50800" marT="25400" marB="25400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rPr sz="1100" b="0">
                          <a:solidFill>
                            <a:srgbClr val="242424"/>
                          </a:solidFill>
                          <a:latin typeface="Aptos"/>
                        </a:rPr>
                        <a:t>AI Steering Committee</a:t>
                      </a:r>
                    </a:p>
                  </a:txBody>
                  <a:tcPr marL="50800" marR="50800" marT="25400" marB="25400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rPr sz="1100" b="0">
                          <a:solidFill>
                            <a:srgbClr val="242424"/>
                          </a:solidFill>
                          <a:latin typeface="Aptos"/>
                        </a:rPr>
                        <a:t>May</a:t>
                      </a:r>
                    </a:p>
                  </a:txBody>
                  <a:tcPr marL="50800" marR="50800" marT="25400" marB="25400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rPr sz="1100" b="0">
                          <a:solidFill>
                            <a:srgbClr val="242424"/>
                          </a:solidFill>
                          <a:latin typeface="Aptos"/>
                        </a:rPr>
                        <a:t>Enables portfolio reporting</a:t>
                      </a:r>
                    </a:p>
                  </a:txBody>
                  <a:tcPr marL="50800" marR="50800" marT="25400" marB="25400">
                    <a:solidFill>
                      <a:srgbClr val="EFEFEC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rPr sz="1100" b="0">
                          <a:solidFill>
                            <a:srgbClr val="242424"/>
                          </a:solidFill>
                          <a:latin typeface="Aptos"/>
                        </a:rPr>
                        <a:t>Mandate evidence template</a:t>
                      </a:r>
                    </a:p>
                  </a:txBody>
                  <a:tcPr marL="50800" marR="50800" marT="25400" marB="25400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rPr sz="1100" b="0">
                          <a:solidFill>
                            <a:srgbClr val="242424"/>
                          </a:solidFill>
                          <a:latin typeface="Aptos"/>
                        </a:rPr>
                        <a:t>Risk and Compliance</a:t>
                      </a:r>
                    </a:p>
                  </a:txBody>
                  <a:tcPr marL="50800" marR="50800" marT="25400" marB="25400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rPr sz="1100" b="0">
                          <a:solidFill>
                            <a:srgbClr val="242424"/>
                          </a:solidFill>
                          <a:latin typeface="Aptos"/>
                        </a:rPr>
                        <a:t>June</a:t>
                      </a:r>
                    </a:p>
                  </a:txBody>
                  <a:tcPr marL="50800" marR="50800" marT="25400" marB="25400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rPr sz="1100" b="0">
                          <a:solidFill>
                            <a:srgbClr val="242424"/>
                          </a:solidFill>
                          <a:latin typeface="Aptos"/>
                        </a:rPr>
                        <a:t>Reduces audit preparation time</a:t>
                      </a:r>
                    </a:p>
                  </a:txBody>
                  <a:tcPr marL="50800" marR="50800" marT="25400" marB="25400">
                    <a:solidFill>
                      <a:srgbClr val="F7F7F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rPr sz="1100" b="0">
                          <a:solidFill>
                            <a:srgbClr val="242424"/>
                          </a:solidFill>
                          <a:latin typeface="Aptos"/>
                        </a:rPr>
                        <a:t>Fund control automation</a:t>
                      </a:r>
                    </a:p>
                  </a:txBody>
                  <a:tcPr marL="50800" marR="50800" marT="25400" marB="25400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rPr sz="1100" b="0">
                          <a:solidFill>
                            <a:srgbClr val="242424"/>
                          </a:solidFill>
                          <a:latin typeface="Aptos"/>
                        </a:rPr>
                        <a:t>Technology</a:t>
                      </a:r>
                    </a:p>
                  </a:txBody>
                  <a:tcPr marL="50800" marR="50800" marT="25400" marB="25400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rPr sz="1100" b="0">
                          <a:solidFill>
                            <a:srgbClr val="242424"/>
                          </a:solidFill>
                          <a:latin typeface="Aptos"/>
                        </a:rPr>
                        <a:t>July</a:t>
                      </a:r>
                    </a:p>
                  </a:txBody>
                  <a:tcPr marL="50800" marR="50800" marT="25400" marB="25400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rPr sz="1100" b="0">
                          <a:solidFill>
                            <a:srgbClr val="242424"/>
                          </a:solidFill>
                          <a:latin typeface="Aptos"/>
                        </a:rPr>
                        <a:t>Improves release throughput</a:t>
                      </a:r>
                    </a:p>
                  </a:txBody>
                  <a:tcPr marL="50800" marR="50800" marT="25400" marB="25400">
                    <a:solidFill>
                      <a:srgbClr val="EFEFEC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rPr sz="1100" b="0">
                          <a:solidFill>
                            <a:srgbClr val="242424"/>
                          </a:solidFill>
                          <a:latin typeface="Aptos"/>
                        </a:rPr>
                        <a:t>Launch monthly control review</a:t>
                      </a:r>
                    </a:p>
                  </a:txBody>
                  <a:tcPr marL="50800" marR="50800" marT="25400" marB="25400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rPr sz="1100" b="0">
                          <a:solidFill>
                            <a:srgbClr val="242424"/>
                          </a:solidFill>
                          <a:latin typeface="Aptos"/>
                        </a:rPr>
                        <a:t>Business Operations</a:t>
                      </a:r>
                    </a:p>
                  </a:txBody>
                  <a:tcPr marL="50800" marR="50800" marT="25400" marB="25400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rPr sz="1100" b="0">
                          <a:solidFill>
                            <a:srgbClr val="242424"/>
                          </a:solidFill>
                          <a:latin typeface="Aptos"/>
                        </a:rPr>
                        <a:t>July</a:t>
                      </a:r>
                    </a:p>
                  </a:txBody>
                  <a:tcPr marL="50800" marR="50800" marT="25400" marB="25400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rPr sz="1100" b="0">
                          <a:solidFill>
                            <a:srgbClr val="242424"/>
                          </a:solidFill>
                          <a:latin typeface="Aptos"/>
                        </a:rPr>
                        <a:t>Creates sustained accountability</a:t>
                      </a:r>
                    </a:p>
                  </a:txBody>
                  <a:tcPr marL="50800" marR="50800" marT="25400" marB="25400">
                    <a:solidFill>
                      <a:srgbClr val="F7F7F5"/>
                    </a:solidFill>
                  </a:tcPr>
                </a:tc>
              </a:tr>
            </a:tbl>
          </a:graphicData>
        </a:graphic>
      </p:graphicFrame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666666"/>
                </a:solidFill>
                <a:latin typeface="Aptos"/>
              </a:defRPr>
            </a:pPr>
            <a:r>
              <a:rPr sz="1050" b="0">
                <a:solidFill>
                  <a:srgbClr val="666666"/>
                </a:solidFill>
                <a:latin typeface="Aptos"/>
              </a:rPr>
              <a:t>Decisions required to move from pilots to repeatable production governance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 sz="750" b="0">
                <a:solidFill>
                  <a:srgbClr val="666666"/>
                </a:solidFill>
                <a:latin typeface="Aptos"/>
              </a:defRPr>
            </a:pPr>
            <a:r>
              <a:rPr sz="750" b="0">
                <a:solidFill>
                  <a:srgbClr val="666666"/>
                </a:solidFill>
                <a:latin typeface="Aptos"/>
              </a:rPr>
              <a:t>Each decision is scoped to reduce delivery friction while increasing control consistency.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2900" b="1">
                <a:solidFill>
                  <a:srgbClr val="242424"/>
                </a:solidFill>
                <a:latin typeface="Aptos"/>
              </a:defRPr>
            </a:pPr>
            <a:r>
              <a:rPr sz="2900" b="1">
                <a:solidFill>
                  <a:srgbClr val="242424"/>
                </a:solidFill>
                <a:latin typeface="Aptos"/>
              </a:rPr>
              <a:t>Implementation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42424"/>
                </a:solidFill>
                <a:latin typeface="Aptos"/>
              </a:defRPr>
            </a:pPr>
            <a:r>
              <a:rPr sz="1500" b="0">
                <a:solidFill>
                  <a:srgbClr val="242424"/>
                </a:solidFill>
                <a:latin typeface="Aptos"/>
              </a:rPr>
              <a:t>Weeks 1-2: confirm policy taxonomy and business-unit intake owners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42424"/>
                </a:solidFill>
                <a:latin typeface="Aptos"/>
              </a:defRPr>
            </a:pPr>
            <a:r>
              <a:rPr sz="1500" b="0">
                <a:solidFill>
                  <a:srgbClr val="242424"/>
                </a:solidFill>
                <a:latin typeface="Aptos"/>
              </a:rPr>
              <a:t>Weeks 3-6: publish control templates and evidence examples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42424"/>
                </a:solidFill>
                <a:latin typeface="Aptos"/>
              </a:defRPr>
            </a:pPr>
            <a:r>
              <a:rPr sz="1500" b="0">
                <a:solidFill>
                  <a:srgbClr val="242424"/>
                </a:solidFill>
                <a:latin typeface="Aptos"/>
              </a:rPr>
              <a:t>Weeks 7-10: automate logging and approval-state capture in delivery tooling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42424"/>
                </a:solidFill>
                <a:latin typeface="Aptos"/>
              </a:defRPr>
            </a:pPr>
            <a:r>
              <a:rPr sz="1500" b="0">
                <a:solidFill>
                  <a:srgbClr val="242424"/>
                </a:solidFill>
                <a:latin typeface="Aptos"/>
              </a:rPr>
              <a:t>Weeks 11-12: run first executive readiness review with exception tracking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rgbClr val="666666"/>
                </a:solidFill>
                <a:latin typeface="Aptos"/>
              </a:defRPr>
            </a:pPr>
            <a:r>
              <a:rPr sz="1100" b="0">
                <a:solidFill>
                  <a:srgbClr val="666666"/>
                </a:solidFill>
                <a:latin typeface="Aptos"/>
              </a:rPr>
              <a:t>Build the governance muscle without slowing approved delivery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image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/>
          <a:stretch>
            <a:fillRect/>
          </a:stretch>
        </p:blipFill>
        <p:spPr/>
      </p:pic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rgbClr val="242424"/>
                </a:solidFill>
                <a:latin typeface="Aptos"/>
              </a:defRPr>
            </a:pPr>
            <a:r>
              <a:rPr sz="1100" b="0">
                <a:solidFill>
                  <a:srgbClr val="242424"/>
                </a:solidFill>
                <a:latin typeface="Aptos"/>
              </a:rPr>
              <a:t>A single operating dashboard should show use-case stage, risk class, control evidence, and release decision.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2900" b="1">
                <a:solidFill>
                  <a:srgbClr val="242424"/>
                </a:solidFill>
                <a:latin typeface="Aptos"/>
              </a:defRPr>
            </a:pPr>
            <a:r>
              <a:rPr sz="2900" b="1">
                <a:solidFill>
                  <a:srgbClr val="242424"/>
                </a:solidFill>
                <a:latin typeface="Aptos"/>
              </a:rPr>
              <a:t>Operating Model Signal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 sz="half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rgbClr val="666666"/>
                </a:solidFill>
                <a:latin typeface="Aptos"/>
              </a:defRPr>
            </a:pPr>
            <a:r>
              <a:rPr sz="1000" b="0">
                <a:solidFill>
                  <a:srgbClr val="666666"/>
                </a:solidFill>
                <a:latin typeface="Aptos"/>
              </a:rPr>
              <a:t>One visible system of accountability should replace fragmented local trackers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4" sz="half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950" b="0">
                <a:solidFill>
                  <a:srgbClr val="666666"/>
                </a:solidFill>
                <a:latin typeface="Aptos"/>
              </a:defRPr>
            </a:pPr>
            <a:r>
              <a:rPr sz="950" b="0">
                <a:solidFill>
                  <a:srgbClr val="666666"/>
                </a:solidFill>
                <a:latin typeface="Aptos"/>
              </a:rPr>
              <a:t>Internal operating model concept for executive review.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2900" b="1">
                <a:solidFill>
                  <a:srgbClr val="242424"/>
                </a:solidFill>
                <a:latin typeface="Aptos"/>
              </a:defRPr>
            </a:pPr>
            <a:r>
              <a:rPr sz="2900" b="1">
                <a:solidFill>
                  <a:srgbClr val="242424"/>
                </a:solidFill>
                <a:latin typeface="Aptos"/>
              </a:rPr>
              <a:t>Appendix: Readiness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242424"/>
                </a:solidFill>
                <a:latin typeface="Aptos"/>
              </a:defRPr>
            </a:pPr>
            <a:r>
              <a:rPr sz="1150" b="0">
                <a:solidFill>
                  <a:srgbClr val="242424"/>
                </a:solidFill>
                <a:latin typeface="Aptos"/>
              </a:rPr>
              <a:t>These criteria define whether an AI use case can move from pilot to controlled production use.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4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666666"/>
                </a:solidFill>
                <a:latin typeface="Aptos"/>
              </a:defRPr>
            </a:pPr>
            <a:r>
              <a:rPr sz="1200" b="0">
                <a:solidFill>
                  <a:srgbClr val="666666"/>
                </a:solidFill>
                <a:latin typeface="Aptos"/>
              </a:rPr>
              <a:t>Enterprise AI Policy v2.1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666666"/>
                </a:solidFill>
                <a:latin typeface="Aptos"/>
              </a:defRPr>
            </a:pPr>
            <a:r>
              <a:rPr sz="1200" b="0">
                <a:solidFill>
                  <a:srgbClr val="666666"/>
                </a:solidFill>
                <a:latin typeface="Aptos"/>
              </a:rPr>
              <a:t>Model Risk Review Checklist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666666"/>
                </a:solidFill>
                <a:latin typeface="Aptos"/>
              </a:defRPr>
            </a:pPr>
            <a:r>
              <a:rPr sz="1200" b="0">
                <a:solidFill>
                  <a:srgbClr val="666666"/>
                </a:solidFill>
                <a:latin typeface="Aptos"/>
              </a:rPr>
              <a:t>Security Logging Standard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rgbClr val="666666"/>
                </a:solidFill>
                <a:latin typeface="Aptos"/>
              </a:defRPr>
            </a:pPr>
            <a:r>
              <a:rPr sz="1000" b="0">
                <a:solidFill>
                  <a:srgbClr val="666666"/>
                </a:solidFill>
                <a:latin typeface="Aptos"/>
              </a:rPr>
              <a:t>Minimum conditions for production approval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200"/>
              </a:spcAft>
              <a:defRPr sz="919" b="0">
                <a:solidFill>
                  <a:srgbClr val="666666"/>
                </a:solidFill>
                <a:latin typeface="Aptos"/>
              </a:defRPr>
            </a:pPr>
            <a:r>
              <a:rPr sz="919" b="0">
                <a:solidFill>
                  <a:srgbClr val="666666"/>
                </a:solidFill>
                <a:latin typeface="Aptos"/>
              </a:rPr>
              <a:t>Intake classification completed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200"/>
              </a:spcAft>
              <a:defRPr sz="919" b="0">
                <a:solidFill>
                  <a:srgbClr val="666666"/>
                </a:solidFill>
                <a:latin typeface="Aptos"/>
              </a:defRPr>
            </a:pPr>
            <a:r>
              <a:rPr sz="919" b="0">
                <a:solidFill>
                  <a:srgbClr val="666666"/>
                </a:solidFill>
                <a:latin typeface="Aptos"/>
              </a:rPr>
              <a:t>Data boundary reviewed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200"/>
              </a:spcAft>
              <a:defRPr sz="919" b="0">
                <a:solidFill>
                  <a:srgbClr val="666666"/>
                </a:solidFill>
                <a:latin typeface="Aptos"/>
              </a:defRPr>
            </a:pPr>
            <a:r>
              <a:rPr sz="919" b="0">
                <a:solidFill>
                  <a:srgbClr val="666666"/>
                </a:solidFill>
                <a:latin typeface="Aptos"/>
              </a:rPr>
              <a:t>Human oversight documented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200"/>
              </a:spcAft>
              <a:defRPr sz="919" b="0">
                <a:solidFill>
                  <a:srgbClr val="666666"/>
                </a:solidFill>
                <a:latin typeface="Aptos"/>
              </a:defRPr>
            </a:pPr>
            <a:r>
              <a:rPr sz="919" b="0">
                <a:solidFill>
                  <a:srgbClr val="666666"/>
                </a:solidFill>
                <a:latin typeface="Aptos"/>
              </a:rPr>
              <a:t>Prompt and model evaluation evidence attached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200"/>
              </a:spcAft>
              <a:defRPr sz="919" b="0">
                <a:solidFill>
                  <a:srgbClr val="666666"/>
                </a:solidFill>
                <a:latin typeface="Aptos"/>
              </a:defRPr>
            </a:pPr>
            <a:r>
              <a:rPr sz="919" b="0">
                <a:solidFill>
                  <a:srgbClr val="666666"/>
                </a:solidFill>
                <a:latin typeface="Aptos"/>
              </a:rPr>
              <a:t>Incident owner and rollback path assigned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1450" b="0">
                <a:solidFill>
                  <a:srgbClr val="242424"/>
                </a:solidFill>
                <a:latin typeface="Aptos"/>
              </a:defRPr>
            </a:pPr>
            <a:r>
              <a:rPr sz="1450" b="0">
                <a:solidFill>
                  <a:srgbClr val="242424"/>
                </a:solidFill>
                <a:latin typeface="Aptos"/>
              </a:rPr>
              <a:t>Approve the next operating-model phase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rgbClr val="242424"/>
                </a:solidFill>
                <a:latin typeface="Aptos"/>
              </a:defRPr>
            </a:pPr>
            <a:r>
              <a:rPr sz="3200" b="1">
                <a:solidFill>
                  <a:srgbClr val="242424"/>
                </a:solidFill>
                <a:latin typeface="Aptos"/>
              </a:rPr>
              <a:t>Executive Decisions Requested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242424"/>
                </a:solidFill>
                <a:latin typeface="Aptos"/>
              </a:defRPr>
            </a:pPr>
            <a:r>
              <a:rPr sz="1350" b="0">
                <a:solidFill>
                  <a:srgbClr val="242424"/>
                </a:solidFill>
                <a:latin typeface="Aptos"/>
              </a:rPr>
              <a:t>Confirm governance scope, control automation funding, and review cadence.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666666"/>
                </a:solidFill>
                <a:latin typeface="Aptos"/>
              </a:defRPr>
            </a:pPr>
            <a:r>
              <a:rPr sz="1050" b="0">
                <a:solidFill>
                  <a:srgbClr val="666666"/>
                </a:solidFill>
                <a:latin typeface="Aptos"/>
              </a:rPr>
              <a:t>Enterprise AI Office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1050" b="1">
                <a:solidFill>
                  <a:srgbClr val="242424"/>
                </a:solidFill>
                <a:latin typeface="Aptos"/>
              </a:defRPr>
            </a:pPr>
            <a:r>
              <a:rPr sz="1050" b="1">
                <a:solidFill>
                  <a:srgbClr val="242424"/>
                </a:solidFill>
                <a:latin typeface="Aptos"/>
              </a:rPr>
              <a:t>Approve phase 2 mobilization by June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IZ UDPGothic">
      <a:majorFont>
        <a:latin typeface="BIZ UDPGothic"/>
        <a:ea typeface="BIZ UDPGothic"/>
        <a:cs typeface="BIZ UDPGothic"/>
      </a:majorFont>
      <a:minorFont>
        <a:latin typeface="BIZ UDPGothic"/>
        <a:ea typeface="BIZ UDPGothic"/>
        <a:cs typeface="BIZ UDPGothic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0</Words>
  <Application>Microsoft Macintosh PowerPoint</Application>
  <PresentationFormat>ワイド画面</PresentationFormat>
  <Paragraphs>0</Paragraphs>
  <Slides>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0</vt:i4>
      </vt:variant>
    </vt:vector>
  </HeadingPairs>
  <TitlesOfParts>
    <vt:vector size="3" baseType="lpstr">
      <vt:lpstr>BIZ UDPGothic</vt:lpstr>
      <vt:lpstr>Arial</vt:lpstr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向山 裕一朗</cp:lastModifiedBy>
  <cp:revision>2</cp:revision>
  <dcterms:created xsi:type="dcterms:W3CDTF">2013-01-27T09:14:16Z</dcterms:created>
  <dcterms:modified xsi:type="dcterms:W3CDTF">2026-05-03T05:48:05Z</dcterms:modified>
  <cp:category/>
</cp:coreProperties>
</file>